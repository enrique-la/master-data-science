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9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21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0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3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sldIdLst>
    <p:sldId id="256" r:id="rId2"/>
    <p:sldId id="266" r:id="rId3"/>
    <p:sldId id="282" r:id="rId4"/>
    <p:sldId id="283" r:id="rId5"/>
    <p:sldId id="284" r:id="rId6"/>
    <p:sldId id="285" r:id="rId7"/>
    <p:sldId id="286" r:id="rId8"/>
    <p:sldId id="288" r:id="rId9"/>
    <p:sldId id="289" r:id="rId10"/>
    <p:sldId id="292" r:id="rId11"/>
    <p:sldId id="293" r:id="rId12"/>
    <p:sldId id="294" r:id="rId13"/>
    <p:sldId id="295" r:id="rId14"/>
    <p:sldId id="290" r:id="rId15"/>
    <p:sldId id="296" r:id="rId16"/>
    <p:sldId id="297" r:id="rId17"/>
    <p:sldId id="298" r:id="rId18"/>
    <p:sldId id="291" r:id="rId19"/>
    <p:sldId id="287" r:id="rId20"/>
    <p:sldId id="280" r:id="rId21"/>
    <p:sldId id="267" r:id="rId22"/>
    <p:sldId id="268" r:id="rId23"/>
    <p:sldId id="274" r:id="rId24"/>
    <p:sldId id="269" r:id="rId25"/>
    <p:sldId id="270" r:id="rId26"/>
    <p:sldId id="277" r:id="rId27"/>
    <p:sldId id="275" r:id="rId28"/>
    <p:sldId id="279" r:id="rId29"/>
    <p:sldId id="299" r:id="rId30"/>
    <p:sldId id="278" r:id="rId31"/>
    <p:sldId id="300" r:id="rId32"/>
    <p:sldId id="273" r:id="rId33"/>
    <p:sldId id="302" r:id="rId3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D2A1B85C-64C4-E849-B028-DF2574667935}">
          <p14:sldIdLst>
            <p14:sldId id="256"/>
          </p14:sldIdLst>
        </p14:section>
        <p14:section name="Intro_Inferencia" id="{E6AF0B46-70AA-E24E-83C6-22E955EDFE54}">
          <p14:sldIdLst>
            <p14:sldId id="266"/>
            <p14:sldId id="282"/>
            <p14:sldId id="283"/>
            <p14:sldId id="284"/>
            <p14:sldId id="285"/>
            <p14:sldId id="286"/>
            <p14:sldId id="288"/>
            <p14:sldId id="289"/>
            <p14:sldId id="292"/>
            <p14:sldId id="293"/>
            <p14:sldId id="294"/>
            <p14:sldId id="295"/>
            <p14:sldId id="290"/>
            <p14:sldId id="296"/>
            <p14:sldId id="297"/>
            <p14:sldId id="298"/>
            <p14:sldId id="291"/>
            <p14:sldId id="287"/>
          </p14:sldIdLst>
        </p14:section>
        <p14:section name="Intro_R" id="{18136390-11A3-442A-A1BA-5A144FDC484D}">
          <p14:sldIdLst>
            <p14:sldId id="280"/>
            <p14:sldId id="267"/>
            <p14:sldId id="268"/>
            <p14:sldId id="274"/>
            <p14:sldId id="269"/>
            <p14:sldId id="270"/>
            <p14:sldId id="277"/>
            <p14:sldId id="275"/>
            <p14:sldId id="279"/>
            <p14:sldId id="299"/>
            <p14:sldId id="278"/>
            <p14:sldId id="300"/>
            <p14:sldId id="273"/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100C"/>
    <a:srgbClr val="930300"/>
    <a:srgbClr val="EC6F6C"/>
    <a:srgbClr val="A1FFFF"/>
    <a:srgbClr val="FEFFFF"/>
    <a:srgbClr val="015559"/>
    <a:srgbClr val="017307"/>
    <a:srgbClr val="934300"/>
    <a:srgbClr val="E5E51B"/>
    <a:srgbClr val="DEAD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D78546-C880-444F-8CD5-E7186DEC6647}" v="8" dt="2023-01-30T10:53:55.051"/>
    <p1510:client id="{D2565D78-CD43-BF4E-9979-7DAFE9AC528F}" v="81" dt="2023-01-29T17:45:28.5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44"/>
    <p:restoredTop sz="96374" autoAdjust="0"/>
  </p:normalViewPr>
  <p:slideViewPr>
    <p:cSldViewPr snapToGrid="0" snapToObjects="1">
      <p:cViewPr varScale="1">
        <p:scale>
          <a:sx n="111" d="100"/>
          <a:sy n="111" d="100"/>
        </p:scale>
        <p:origin x="1032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21" d="100"/>
          <a:sy n="121" d="100"/>
        </p:scale>
        <p:origin x="507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rer-Bonsoms Hernandez, Juan Angel" userId="3ee72a98-c108-4a22-84cf-0fb1bff741c5" providerId="ADAL" clId="{27D78546-C880-444F-8CD5-E7186DEC6647}"/>
    <pc:docChg chg="undo custSel addSld modSld">
      <pc:chgData name="Ferrer-Bonsoms Hernandez, Juan Angel" userId="3ee72a98-c108-4a22-84cf-0fb1bff741c5" providerId="ADAL" clId="{27D78546-C880-444F-8CD5-E7186DEC6647}" dt="2023-01-30T15:31:23.481" v="2367"/>
      <pc:docMkLst>
        <pc:docMk/>
      </pc:docMkLst>
      <pc:sldChg chg="addSp modSp mod modNotesTx">
        <pc:chgData name="Ferrer-Bonsoms Hernandez, Juan Angel" userId="3ee72a98-c108-4a22-84cf-0fb1bff741c5" providerId="ADAL" clId="{27D78546-C880-444F-8CD5-E7186DEC6647}" dt="2023-01-30T11:55:48.313" v="842" actId="20577"/>
        <pc:sldMkLst>
          <pc:docMk/>
          <pc:sldMk cId="3704739434" sldId="256"/>
        </pc:sldMkLst>
        <pc:spChg chg="add mod">
          <ac:chgData name="Ferrer-Bonsoms Hernandez, Juan Angel" userId="3ee72a98-c108-4a22-84cf-0fb1bff741c5" providerId="ADAL" clId="{27D78546-C880-444F-8CD5-E7186DEC6647}" dt="2023-01-30T11:55:48.313" v="842" actId="20577"/>
          <ac:spMkLst>
            <pc:docMk/>
            <pc:sldMk cId="3704739434" sldId="256"/>
            <ac:spMk id="2" creationId="{5915FB93-FBAB-B2D4-4FE1-97A622607566}"/>
          </ac:spMkLst>
        </pc:spChg>
      </pc:sldChg>
      <pc:sldChg chg="modNotesTx">
        <pc:chgData name="Ferrer-Bonsoms Hernandez, Juan Angel" userId="3ee72a98-c108-4a22-84cf-0fb1bff741c5" providerId="ADAL" clId="{27D78546-C880-444F-8CD5-E7186DEC6647}" dt="2023-01-30T08:28:12.624" v="1" actId="20577"/>
        <pc:sldMkLst>
          <pc:docMk/>
          <pc:sldMk cId="91414043" sldId="266"/>
        </pc:sldMkLst>
      </pc:sldChg>
      <pc:sldChg chg="addSp delSp modSp mod">
        <pc:chgData name="Ferrer-Bonsoms Hernandez, Juan Angel" userId="3ee72a98-c108-4a22-84cf-0fb1bff741c5" providerId="ADAL" clId="{27D78546-C880-444F-8CD5-E7186DEC6647}" dt="2023-01-30T15:22:50.602" v="1918"/>
        <pc:sldMkLst>
          <pc:docMk/>
          <pc:sldMk cId="3327394686" sldId="273"/>
        </pc:sldMkLst>
        <pc:spChg chg="add mod">
          <ac:chgData name="Ferrer-Bonsoms Hernandez, Juan Angel" userId="3ee72a98-c108-4a22-84cf-0fb1bff741c5" providerId="ADAL" clId="{27D78546-C880-444F-8CD5-E7186DEC6647}" dt="2023-01-30T08:33:50.240" v="31"/>
          <ac:spMkLst>
            <pc:docMk/>
            <pc:sldMk cId="3327394686" sldId="273"/>
            <ac:spMk id="3" creationId="{B22987D5-A4D8-7F43-4BCB-5C1D2D40D7A8}"/>
          </ac:spMkLst>
        </pc:spChg>
        <pc:spChg chg="add del mod">
          <ac:chgData name="Ferrer-Bonsoms Hernandez, Juan Angel" userId="3ee72a98-c108-4a22-84cf-0fb1bff741c5" providerId="ADAL" clId="{27D78546-C880-444F-8CD5-E7186DEC6647}" dt="2023-01-30T15:22:44.773" v="1917" actId="478"/>
          <ac:spMkLst>
            <pc:docMk/>
            <pc:sldMk cId="3327394686" sldId="273"/>
            <ac:spMk id="14" creationId="{BC15A2A2-0597-0B19-CC29-5400D3659B1F}"/>
          </ac:spMkLst>
        </pc:spChg>
        <pc:spChg chg="mod">
          <ac:chgData name="Ferrer-Bonsoms Hernandez, Juan Angel" userId="3ee72a98-c108-4a22-84cf-0fb1bff741c5" providerId="ADAL" clId="{27D78546-C880-444F-8CD5-E7186DEC6647}" dt="2023-01-30T08:33:13.251" v="28" actId="20577"/>
          <ac:spMkLst>
            <pc:docMk/>
            <pc:sldMk cId="3327394686" sldId="273"/>
            <ac:spMk id="15" creationId="{12D2CBB8-CDAF-684F-A9F2-5DC092116F68}"/>
          </ac:spMkLst>
        </pc:spChg>
        <pc:spChg chg="add del">
          <ac:chgData name="Ferrer-Bonsoms Hernandez, Juan Angel" userId="3ee72a98-c108-4a22-84cf-0fb1bff741c5" providerId="ADAL" clId="{27D78546-C880-444F-8CD5-E7186DEC6647}" dt="2023-01-30T10:52:53.586" v="120"/>
          <ac:spMkLst>
            <pc:docMk/>
            <pc:sldMk cId="3327394686" sldId="273"/>
            <ac:spMk id="23" creationId="{282BEFB9-746A-07B6-93DE-23B20C9F565C}"/>
          </ac:spMkLst>
        </pc:spChg>
        <pc:spChg chg="add del">
          <ac:chgData name="Ferrer-Bonsoms Hernandez, Juan Angel" userId="3ee72a98-c108-4a22-84cf-0fb1bff741c5" providerId="ADAL" clId="{27D78546-C880-444F-8CD5-E7186DEC6647}" dt="2023-01-30T10:56:58.369" v="152"/>
          <ac:spMkLst>
            <pc:docMk/>
            <pc:sldMk cId="3327394686" sldId="273"/>
            <ac:spMk id="27" creationId="{C3951885-EC30-0262-2D9A-6F57BE112EA5}"/>
          </ac:spMkLst>
        </pc:spChg>
        <pc:spChg chg="add mod">
          <ac:chgData name="Ferrer-Bonsoms Hernandez, Juan Angel" userId="3ee72a98-c108-4a22-84cf-0fb1bff741c5" providerId="ADAL" clId="{27D78546-C880-444F-8CD5-E7186DEC6647}" dt="2023-01-30T10:58:15.615" v="172" actId="1076"/>
          <ac:spMkLst>
            <pc:docMk/>
            <pc:sldMk cId="3327394686" sldId="273"/>
            <ac:spMk id="29" creationId="{F2A0440E-949B-D373-CCD0-7C1AD7494757}"/>
          </ac:spMkLst>
        </pc:spChg>
        <pc:spChg chg="add mod">
          <ac:chgData name="Ferrer-Bonsoms Hernandez, Juan Angel" userId="3ee72a98-c108-4a22-84cf-0fb1bff741c5" providerId="ADAL" clId="{27D78546-C880-444F-8CD5-E7186DEC6647}" dt="2023-01-30T10:58:34.359" v="183" actId="1076"/>
          <ac:spMkLst>
            <pc:docMk/>
            <pc:sldMk cId="3327394686" sldId="273"/>
            <ac:spMk id="30" creationId="{F164CC86-2BC4-63DF-E60E-F9741EB05882}"/>
          </ac:spMkLst>
        </pc:spChg>
        <pc:spChg chg="add mod">
          <ac:chgData name="Ferrer-Bonsoms Hernandez, Juan Angel" userId="3ee72a98-c108-4a22-84cf-0fb1bff741c5" providerId="ADAL" clId="{27D78546-C880-444F-8CD5-E7186DEC6647}" dt="2023-01-30T11:17:03.302" v="432" actId="1038"/>
          <ac:spMkLst>
            <pc:docMk/>
            <pc:sldMk cId="3327394686" sldId="273"/>
            <ac:spMk id="32" creationId="{27D3924E-F978-7CD7-DA70-236728176508}"/>
          </ac:spMkLst>
        </pc:spChg>
        <pc:spChg chg="add mod">
          <ac:chgData name="Ferrer-Bonsoms Hernandez, Juan Angel" userId="3ee72a98-c108-4a22-84cf-0fb1bff741c5" providerId="ADAL" clId="{27D78546-C880-444F-8CD5-E7186DEC6647}" dt="2023-01-30T15:22:50.602" v="1918"/>
          <ac:spMkLst>
            <pc:docMk/>
            <pc:sldMk cId="3327394686" sldId="273"/>
            <ac:spMk id="34" creationId="{9DC746DF-CF01-A281-4833-3738BC1D311F}"/>
          </ac:spMkLst>
        </pc:spChg>
        <pc:picChg chg="add mod">
          <ac:chgData name="Ferrer-Bonsoms Hernandez, Juan Angel" userId="3ee72a98-c108-4a22-84cf-0fb1bff741c5" providerId="ADAL" clId="{27D78546-C880-444F-8CD5-E7186DEC6647}" dt="2023-01-30T09:15:38.652" v="60" actId="1076"/>
          <ac:picMkLst>
            <pc:docMk/>
            <pc:sldMk cId="3327394686" sldId="273"/>
            <ac:picMk id="2" creationId="{7FA1557B-EFD1-8E7B-9D93-F419D148F36E}"/>
          </ac:picMkLst>
        </pc:picChg>
        <pc:picChg chg="add mod">
          <ac:chgData name="Ferrer-Bonsoms Hernandez, Juan Angel" userId="3ee72a98-c108-4a22-84cf-0fb1bff741c5" providerId="ADAL" clId="{27D78546-C880-444F-8CD5-E7186DEC6647}" dt="2023-01-30T10:51:19.307" v="110" actId="1076"/>
          <ac:picMkLst>
            <pc:docMk/>
            <pc:sldMk cId="3327394686" sldId="273"/>
            <ac:picMk id="5" creationId="{2E247468-21E3-9061-D44A-39742C733BE4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0:53:21.326" v="127" actId="1076"/>
          <ac:picMkLst>
            <pc:docMk/>
            <pc:sldMk cId="3327394686" sldId="273"/>
            <ac:picMk id="24" creationId="{469CB5D0-FA73-F089-C413-DA6F728AA0B1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0:54:45.337" v="144" actId="1076"/>
          <ac:picMkLst>
            <pc:docMk/>
            <pc:sldMk cId="3327394686" sldId="273"/>
            <ac:picMk id="25" creationId="{99740EA7-3992-601A-4EAF-5EDF5EC7EBFC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0:55:41.602" v="150" actId="1076"/>
          <ac:picMkLst>
            <pc:docMk/>
            <pc:sldMk cId="3327394686" sldId="273"/>
            <ac:picMk id="26" creationId="{32B843FC-217A-DA46-DC72-41DCEE667C20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0:57:23.612" v="160" actId="1076"/>
          <ac:picMkLst>
            <pc:docMk/>
            <pc:sldMk cId="3327394686" sldId="273"/>
            <ac:picMk id="28" creationId="{7F25A2A0-AB99-3309-040F-57406D1F8F58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42.514" v="1916"/>
          <ac:picMkLst>
            <pc:docMk/>
            <pc:sldMk cId="3327394686" sldId="273"/>
            <ac:picMk id="33" creationId="{27BD61ED-82DC-A40D-EEDC-9A82C6F7E000}"/>
          </ac:picMkLst>
        </pc:picChg>
        <pc:inkChg chg="add">
          <ac:chgData name="Ferrer-Bonsoms Hernandez, Juan Angel" userId="3ee72a98-c108-4a22-84cf-0fb1bff741c5" providerId="ADAL" clId="{27D78546-C880-444F-8CD5-E7186DEC6647}" dt="2023-01-30T10:51:37.935" v="115" actId="9405"/>
          <ac:inkMkLst>
            <pc:docMk/>
            <pc:sldMk cId="3327394686" sldId="273"/>
            <ac:inkMk id="20" creationId="{56EF7571-4EA8-24D4-785A-319B646A07A7}"/>
          </ac:inkMkLst>
        </pc:inkChg>
        <pc:inkChg chg="add del">
          <ac:chgData name="Ferrer-Bonsoms Hernandez, Juan Angel" userId="3ee72a98-c108-4a22-84cf-0fb1bff741c5" providerId="ADAL" clId="{27D78546-C880-444F-8CD5-E7186DEC6647}" dt="2023-01-30T10:51:43.831" v="117" actId="9405"/>
          <ac:inkMkLst>
            <pc:docMk/>
            <pc:sldMk cId="3327394686" sldId="273"/>
            <ac:inkMk id="21" creationId="{9C252E52-3F48-FD31-ABC7-4E4AA02BE255}"/>
          </ac:inkMkLst>
        </pc:inkChg>
        <pc:inkChg chg="add">
          <ac:chgData name="Ferrer-Bonsoms Hernandez, Juan Angel" userId="3ee72a98-c108-4a22-84cf-0fb1bff741c5" providerId="ADAL" clId="{27D78546-C880-444F-8CD5-E7186DEC6647}" dt="2023-01-30T10:51:47.812" v="118" actId="9405"/>
          <ac:inkMkLst>
            <pc:docMk/>
            <pc:sldMk cId="3327394686" sldId="273"/>
            <ac:inkMk id="22" creationId="{A7A65928-3B3F-F1EE-B9D9-1AEFAE0E7011}"/>
          </ac:inkMkLst>
        </pc:inkChg>
        <pc:cxnChg chg="add mod">
          <ac:chgData name="Ferrer-Bonsoms Hernandez, Juan Angel" userId="3ee72a98-c108-4a22-84cf-0fb1bff741c5" providerId="ADAL" clId="{27D78546-C880-444F-8CD5-E7186DEC6647}" dt="2023-01-30T10:51:24.499" v="112" actId="14100"/>
          <ac:cxnSpMkLst>
            <pc:docMk/>
            <pc:sldMk cId="3327394686" sldId="273"/>
            <ac:cxnSpMk id="8" creationId="{05CFC35D-CB15-C0DA-9F0C-1E5CFFD3CC84}"/>
          </ac:cxnSpMkLst>
        </pc:cxnChg>
        <pc:cxnChg chg="add mod">
          <ac:chgData name="Ferrer-Bonsoms Hernandez, Juan Angel" userId="3ee72a98-c108-4a22-84cf-0fb1bff741c5" providerId="ADAL" clId="{27D78546-C880-444F-8CD5-E7186DEC6647}" dt="2023-01-30T10:51:30.427" v="114" actId="14100"/>
          <ac:cxnSpMkLst>
            <pc:docMk/>
            <pc:sldMk cId="3327394686" sldId="273"/>
            <ac:cxnSpMk id="9" creationId="{FF6046A9-B87A-7959-08E3-71EC339CAEE2}"/>
          </ac:cxnSpMkLst>
        </pc:cxnChg>
      </pc:sldChg>
      <pc:sldChg chg="addSp delSp modSp add mod">
        <pc:chgData name="Ferrer-Bonsoms Hernandez, Juan Angel" userId="3ee72a98-c108-4a22-84cf-0fb1bff741c5" providerId="ADAL" clId="{27D78546-C880-444F-8CD5-E7186DEC6647}" dt="2023-01-30T15:22:38.337" v="1915"/>
        <pc:sldMkLst>
          <pc:docMk/>
          <pc:sldMk cId="2120141300" sldId="274"/>
        </pc:sldMkLst>
        <pc:spChg chg="add mod">
          <ac:chgData name="Ferrer-Bonsoms Hernandez, Juan Angel" userId="3ee72a98-c108-4a22-84cf-0fb1bff741c5" providerId="ADAL" clId="{27D78546-C880-444F-8CD5-E7186DEC6647}" dt="2023-01-30T10:59:48.514" v="200" actId="1076"/>
          <ac:spMkLst>
            <pc:docMk/>
            <pc:sldMk cId="2120141300" sldId="274"/>
            <ac:spMk id="7" creationId="{B5F505E4-BCB8-B852-809D-0984C36FBAB6}"/>
          </ac:spMkLst>
        </pc:spChg>
        <pc:spChg chg="add mod">
          <ac:chgData name="Ferrer-Bonsoms Hernandez, Juan Angel" userId="3ee72a98-c108-4a22-84cf-0fb1bff741c5" providerId="ADAL" clId="{27D78546-C880-444F-8CD5-E7186DEC6647}" dt="2023-01-30T10:59:38.402" v="199" actId="1076"/>
          <ac:spMkLst>
            <pc:docMk/>
            <pc:sldMk cId="2120141300" sldId="274"/>
            <ac:spMk id="10" creationId="{4DBA4796-75F5-A011-0BCA-C93837AADB27}"/>
          </ac:spMkLst>
        </pc:spChg>
        <pc:spChg chg="add mod">
          <ac:chgData name="Ferrer-Bonsoms Hernandez, Juan Angel" userId="3ee72a98-c108-4a22-84cf-0fb1bff741c5" providerId="ADAL" clId="{27D78546-C880-444F-8CD5-E7186DEC6647}" dt="2023-01-30T11:00:01.025" v="215" actId="1076"/>
          <ac:spMkLst>
            <pc:docMk/>
            <pc:sldMk cId="2120141300" sldId="274"/>
            <ac:spMk id="11" creationId="{77252318-3E86-6A8B-2FE3-53464F352557}"/>
          </ac:spMkLst>
        </pc:spChg>
        <pc:spChg chg="add mod">
          <ac:chgData name="Ferrer-Bonsoms Hernandez, Juan Angel" userId="3ee72a98-c108-4a22-84cf-0fb1bff741c5" providerId="ADAL" clId="{27D78546-C880-444F-8CD5-E7186DEC6647}" dt="2023-01-30T11:00:09.353" v="228" actId="20577"/>
          <ac:spMkLst>
            <pc:docMk/>
            <pc:sldMk cId="2120141300" sldId="274"/>
            <ac:spMk id="12" creationId="{CAD1887B-B3AC-7BE7-C192-10DF5216B4B7}"/>
          </ac:spMkLst>
        </pc:spChg>
        <pc:spChg chg="mod">
          <ac:chgData name="Ferrer-Bonsoms Hernandez, Juan Angel" userId="3ee72a98-c108-4a22-84cf-0fb1bff741c5" providerId="ADAL" clId="{27D78546-C880-444F-8CD5-E7186DEC6647}" dt="2023-01-30T15:22:34.567" v="1914" actId="1037"/>
          <ac:spMkLst>
            <pc:docMk/>
            <pc:sldMk cId="2120141300" sldId="274"/>
            <ac:spMk id="14" creationId="{BC15A2A2-0597-0B19-CC29-5400D3659B1F}"/>
          </ac:spMkLst>
        </pc:spChg>
        <pc:spChg chg="add mod">
          <ac:chgData name="Ferrer-Bonsoms Hernandez, Juan Angel" userId="3ee72a98-c108-4a22-84cf-0fb1bff741c5" providerId="ADAL" clId="{27D78546-C880-444F-8CD5-E7186DEC6647}" dt="2023-01-30T11:16:59.525" v="430" actId="1037"/>
          <ac:spMkLst>
            <pc:docMk/>
            <pc:sldMk cId="2120141300" sldId="274"/>
            <ac:spMk id="17" creationId="{F2E83527-0B1B-3073-B5B3-36A016BDAF6C}"/>
          </ac:spMkLst>
        </pc:spChg>
        <pc:spChg chg="del mod">
          <ac:chgData name="Ferrer-Bonsoms Hernandez, Juan Angel" userId="3ee72a98-c108-4a22-84cf-0fb1bff741c5" providerId="ADAL" clId="{27D78546-C880-444F-8CD5-E7186DEC6647}" dt="2023-01-30T10:59:22.113" v="194" actId="21"/>
          <ac:spMkLst>
            <pc:docMk/>
            <pc:sldMk cId="2120141300" sldId="274"/>
            <ac:spMk id="29" creationId="{F2A0440E-949B-D373-CCD0-7C1AD7494757}"/>
          </ac:spMkLst>
        </pc:spChg>
        <pc:spChg chg="del">
          <ac:chgData name="Ferrer-Bonsoms Hernandez, Juan Angel" userId="3ee72a98-c108-4a22-84cf-0fb1bff741c5" providerId="ADAL" clId="{27D78546-C880-444F-8CD5-E7186DEC6647}" dt="2023-01-30T10:59:32.090" v="197" actId="21"/>
          <ac:spMkLst>
            <pc:docMk/>
            <pc:sldMk cId="2120141300" sldId="274"/>
            <ac:spMk id="30" creationId="{F164CC86-2BC4-63DF-E60E-F9741EB05882}"/>
          </ac:spMkLst>
        </pc:spChg>
        <pc:picChg chg="add mod">
          <ac:chgData name="Ferrer-Bonsoms Hernandez, Juan Angel" userId="3ee72a98-c108-4a22-84cf-0fb1bff741c5" providerId="ADAL" clId="{27D78546-C880-444F-8CD5-E7186DEC6647}" dt="2023-01-30T10:59:18.552" v="192" actId="1076"/>
          <ac:picMkLst>
            <pc:docMk/>
            <pc:sldMk cId="2120141300" sldId="274"/>
            <ac:picMk id="4" creationId="{30338A0A-6E30-E25B-49F6-E472F8D71DB2}"/>
          </ac:picMkLst>
        </pc:picChg>
        <pc:picChg chg="add mod modCrop">
          <ac:chgData name="Ferrer-Bonsoms Hernandez, Juan Angel" userId="3ee72a98-c108-4a22-84cf-0fb1bff741c5" providerId="ADAL" clId="{27D78546-C880-444F-8CD5-E7186DEC6647}" dt="2023-01-30T11:04:54.721" v="234" actId="732"/>
          <ac:picMkLst>
            <pc:docMk/>
            <pc:sldMk cId="2120141300" sldId="274"/>
            <ac:picMk id="16" creationId="{DF013C29-6A72-01C1-A02C-A1E5465DC621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38.337" v="1915"/>
          <ac:picMkLst>
            <pc:docMk/>
            <pc:sldMk cId="2120141300" sldId="274"/>
            <ac:picMk id="18" creationId="{096C8210-E01E-678D-0BDD-3217654636D2}"/>
          </ac:picMkLst>
        </pc:picChg>
        <pc:picChg chg="del">
          <ac:chgData name="Ferrer-Bonsoms Hernandez, Juan Angel" userId="3ee72a98-c108-4a22-84cf-0fb1bff741c5" providerId="ADAL" clId="{27D78546-C880-444F-8CD5-E7186DEC6647}" dt="2023-01-30T10:58:50.687" v="185" actId="478"/>
          <ac:picMkLst>
            <pc:docMk/>
            <pc:sldMk cId="2120141300" sldId="274"/>
            <ac:picMk id="25" creationId="{99740EA7-3992-601A-4EAF-5EDF5EC7EBFC}"/>
          </ac:picMkLst>
        </pc:picChg>
        <pc:picChg chg="del">
          <ac:chgData name="Ferrer-Bonsoms Hernandez, Juan Angel" userId="3ee72a98-c108-4a22-84cf-0fb1bff741c5" providerId="ADAL" clId="{27D78546-C880-444F-8CD5-E7186DEC6647}" dt="2023-01-30T10:58:53.480" v="186" actId="478"/>
          <ac:picMkLst>
            <pc:docMk/>
            <pc:sldMk cId="2120141300" sldId="274"/>
            <ac:picMk id="26" creationId="{32B843FC-217A-DA46-DC72-41DCEE667C20}"/>
          </ac:picMkLst>
        </pc:picChg>
        <pc:picChg chg="del">
          <ac:chgData name="Ferrer-Bonsoms Hernandez, Juan Angel" userId="3ee72a98-c108-4a22-84cf-0fb1bff741c5" providerId="ADAL" clId="{27D78546-C880-444F-8CD5-E7186DEC6647}" dt="2023-01-30T10:58:54.287" v="187" actId="478"/>
          <ac:picMkLst>
            <pc:docMk/>
            <pc:sldMk cId="2120141300" sldId="274"/>
            <ac:picMk id="28" creationId="{7F25A2A0-AB99-3309-040F-57406D1F8F58}"/>
          </ac:picMkLst>
        </pc:picChg>
      </pc:sldChg>
      <pc:sldChg chg="addSp delSp modSp add mod">
        <pc:chgData name="Ferrer-Bonsoms Hernandez, Juan Angel" userId="3ee72a98-c108-4a22-84cf-0fb1bff741c5" providerId="ADAL" clId="{27D78546-C880-444F-8CD5-E7186DEC6647}" dt="2023-01-30T15:22:27.337" v="1878"/>
        <pc:sldMkLst>
          <pc:docMk/>
          <pc:sldMk cId="608910567" sldId="275"/>
        </pc:sldMkLst>
        <pc:spChg chg="del">
          <ac:chgData name="Ferrer-Bonsoms Hernandez, Juan Angel" userId="3ee72a98-c108-4a22-84cf-0fb1bff741c5" providerId="ADAL" clId="{27D78546-C880-444F-8CD5-E7186DEC6647}" dt="2023-01-30T11:07:34.422" v="311" actId="478"/>
          <ac:spMkLst>
            <pc:docMk/>
            <pc:sldMk cId="608910567" sldId="275"/>
            <ac:spMk id="7" creationId="{B5F505E4-BCB8-B852-809D-0984C36FBAB6}"/>
          </ac:spMkLst>
        </pc:spChg>
        <pc:spChg chg="del">
          <ac:chgData name="Ferrer-Bonsoms Hernandez, Juan Angel" userId="3ee72a98-c108-4a22-84cf-0fb1bff741c5" providerId="ADAL" clId="{27D78546-C880-444F-8CD5-E7186DEC6647}" dt="2023-01-30T11:07:34.422" v="311" actId="478"/>
          <ac:spMkLst>
            <pc:docMk/>
            <pc:sldMk cId="608910567" sldId="275"/>
            <ac:spMk id="10" creationId="{4DBA4796-75F5-A011-0BCA-C93837AADB27}"/>
          </ac:spMkLst>
        </pc:spChg>
        <pc:spChg chg="del">
          <ac:chgData name="Ferrer-Bonsoms Hernandez, Juan Angel" userId="3ee72a98-c108-4a22-84cf-0fb1bff741c5" providerId="ADAL" clId="{27D78546-C880-444F-8CD5-E7186DEC6647}" dt="2023-01-30T11:07:34.422" v="311" actId="478"/>
          <ac:spMkLst>
            <pc:docMk/>
            <pc:sldMk cId="608910567" sldId="275"/>
            <ac:spMk id="11" creationId="{77252318-3E86-6A8B-2FE3-53464F352557}"/>
          </ac:spMkLst>
        </pc:spChg>
        <pc:spChg chg="del">
          <ac:chgData name="Ferrer-Bonsoms Hernandez, Juan Angel" userId="3ee72a98-c108-4a22-84cf-0fb1bff741c5" providerId="ADAL" clId="{27D78546-C880-444F-8CD5-E7186DEC6647}" dt="2023-01-30T11:07:34.422" v="311" actId="478"/>
          <ac:spMkLst>
            <pc:docMk/>
            <pc:sldMk cId="608910567" sldId="275"/>
            <ac:spMk id="12" creationId="{CAD1887B-B3AC-7BE7-C192-10DF5216B4B7}"/>
          </ac:spMkLst>
        </pc:spChg>
        <pc:spChg chg="del">
          <ac:chgData name="Ferrer-Bonsoms Hernandez, Juan Angel" userId="3ee72a98-c108-4a22-84cf-0fb1bff741c5" providerId="ADAL" clId="{27D78546-C880-444F-8CD5-E7186DEC6647}" dt="2023-01-30T11:07:35.927" v="312" actId="478"/>
          <ac:spMkLst>
            <pc:docMk/>
            <pc:sldMk cId="608910567" sldId="275"/>
            <ac:spMk id="14" creationId="{BC15A2A2-0597-0B19-CC29-5400D3659B1F}"/>
          </ac:spMkLst>
        </pc:spChg>
        <pc:spChg chg="mod">
          <ac:chgData name="Ferrer-Bonsoms Hernandez, Juan Angel" userId="3ee72a98-c108-4a22-84cf-0fb1bff741c5" providerId="ADAL" clId="{27D78546-C880-444F-8CD5-E7186DEC6647}" dt="2023-01-30T11:07:47.078" v="332" actId="20577"/>
          <ac:spMkLst>
            <pc:docMk/>
            <pc:sldMk cId="608910567" sldId="275"/>
            <ac:spMk id="15" creationId="{12D2CBB8-CDAF-684F-A9F2-5DC092116F68}"/>
          </ac:spMkLst>
        </pc:spChg>
        <pc:spChg chg="add mod">
          <ac:chgData name="Ferrer-Bonsoms Hernandez, Juan Angel" userId="3ee72a98-c108-4a22-84cf-0fb1bff741c5" providerId="ADAL" clId="{27D78546-C880-444F-8CD5-E7186DEC6647}" dt="2023-01-30T11:09:59.969" v="365" actId="1035"/>
          <ac:spMkLst>
            <pc:docMk/>
            <pc:sldMk cId="608910567" sldId="275"/>
            <ac:spMk id="19" creationId="{4F9C47C3-EC66-63CE-DE5D-BF857B6F8BB0}"/>
          </ac:spMkLst>
        </pc:spChg>
        <pc:spChg chg="add mod">
          <ac:chgData name="Ferrer-Bonsoms Hernandez, Juan Angel" userId="3ee72a98-c108-4a22-84cf-0fb1bff741c5" providerId="ADAL" clId="{27D78546-C880-444F-8CD5-E7186DEC6647}" dt="2023-01-30T11:13:13.943" v="405" actId="1076"/>
          <ac:spMkLst>
            <pc:docMk/>
            <pc:sldMk cId="608910567" sldId="275"/>
            <ac:spMk id="29" creationId="{869B2290-0270-0350-DFC6-8F3F44DEC94F}"/>
          </ac:spMkLst>
        </pc:spChg>
        <pc:spChg chg="add mod">
          <ac:chgData name="Ferrer-Bonsoms Hernandez, Juan Angel" userId="3ee72a98-c108-4a22-84cf-0fb1bff741c5" providerId="ADAL" clId="{27D78546-C880-444F-8CD5-E7186DEC6647}" dt="2023-01-30T11:18:50.719" v="449" actId="1076"/>
          <ac:spMkLst>
            <pc:docMk/>
            <pc:sldMk cId="608910567" sldId="275"/>
            <ac:spMk id="32" creationId="{043159AA-7BF4-2F35-CE0D-3F88198C06EC}"/>
          </ac:spMkLst>
        </pc:spChg>
        <pc:spChg chg="add mod">
          <ac:chgData name="Ferrer-Bonsoms Hernandez, Juan Angel" userId="3ee72a98-c108-4a22-84cf-0fb1bff741c5" providerId="ADAL" clId="{27D78546-C880-444F-8CD5-E7186DEC6647}" dt="2023-01-30T11:21:42.122" v="499" actId="1035"/>
          <ac:spMkLst>
            <pc:docMk/>
            <pc:sldMk cId="608910567" sldId="275"/>
            <ac:spMk id="39" creationId="{2F4E5B2B-7B7B-51F1-A7D0-F4D120A3BBEB}"/>
          </ac:spMkLst>
        </pc:spChg>
        <pc:spChg chg="add mod">
          <ac:chgData name="Ferrer-Bonsoms Hernandez, Juan Angel" userId="3ee72a98-c108-4a22-84cf-0fb1bff741c5" providerId="ADAL" clId="{27D78546-C880-444F-8CD5-E7186DEC6647}" dt="2023-01-30T11:27:17.011" v="576" actId="1076"/>
          <ac:spMkLst>
            <pc:docMk/>
            <pc:sldMk cId="608910567" sldId="275"/>
            <ac:spMk id="42" creationId="{CADC33FE-2942-2861-E5F3-8A6900E91074}"/>
          </ac:spMkLst>
        </pc:spChg>
        <pc:spChg chg="add mod">
          <ac:chgData name="Ferrer-Bonsoms Hernandez, Juan Angel" userId="3ee72a98-c108-4a22-84cf-0fb1bff741c5" providerId="ADAL" clId="{27D78546-C880-444F-8CD5-E7186DEC6647}" dt="2023-01-30T11:26:12.324" v="521" actId="20577"/>
          <ac:spMkLst>
            <pc:docMk/>
            <pc:sldMk cId="608910567" sldId="275"/>
            <ac:spMk id="45" creationId="{F6C3F209-D555-745C-30C5-948A55EEA97C}"/>
          </ac:spMkLst>
        </pc:spChg>
        <pc:spChg chg="add mod">
          <ac:chgData name="Ferrer-Bonsoms Hernandez, Juan Angel" userId="3ee72a98-c108-4a22-84cf-0fb1bff741c5" providerId="ADAL" clId="{27D78546-C880-444F-8CD5-E7186DEC6647}" dt="2023-01-30T11:27:39.357" v="607" actId="20577"/>
          <ac:spMkLst>
            <pc:docMk/>
            <pc:sldMk cId="608910567" sldId="275"/>
            <ac:spMk id="47" creationId="{41B60AEE-B9BD-8827-ADE1-49C7F2A085BA}"/>
          </ac:spMkLst>
        </pc:spChg>
        <pc:spChg chg="add mod">
          <ac:chgData name="Ferrer-Bonsoms Hernandez, Juan Angel" userId="3ee72a98-c108-4a22-84cf-0fb1bff741c5" providerId="ADAL" clId="{27D78546-C880-444F-8CD5-E7186DEC6647}" dt="2023-01-30T11:39:57.883" v="622" actId="20577"/>
          <ac:spMkLst>
            <pc:docMk/>
            <pc:sldMk cId="608910567" sldId="275"/>
            <ac:spMk id="50" creationId="{7177E086-7CBA-A8A0-7430-C89C11ED5D76}"/>
          </ac:spMkLst>
        </pc:spChg>
        <pc:spChg chg="add mod">
          <ac:chgData name="Ferrer-Bonsoms Hernandez, Juan Angel" userId="3ee72a98-c108-4a22-84cf-0fb1bff741c5" providerId="ADAL" clId="{27D78546-C880-444F-8CD5-E7186DEC6647}" dt="2023-01-30T11:47:42.988" v="836" actId="20577"/>
          <ac:spMkLst>
            <pc:docMk/>
            <pc:sldMk cId="608910567" sldId="275"/>
            <ac:spMk id="54" creationId="{E8F5DA8F-6DF4-1EC3-46D8-48000CEB4B89}"/>
          </ac:spMkLst>
        </pc:spChg>
        <pc:picChg chg="del">
          <ac:chgData name="Ferrer-Bonsoms Hernandez, Juan Angel" userId="3ee72a98-c108-4a22-84cf-0fb1bff741c5" providerId="ADAL" clId="{27D78546-C880-444F-8CD5-E7186DEC6647}" dt="2023-01-30T11:07:25.901" v="305" actId="478"/>
          <ac:picMkLst>
            <pc:docMk/>
            <pc:sldMk cId="608910567" sldId="275"/>
            <ac:picMk id="2" creationId="{7FA1557B-EFD1-8E7B-9D93-F419D148F36E}"/>
          </ac:picMkLst>
        </pc:picChg>
        <pc:picChg chg="del">
          <ac:chgData name="Ferrer-Bonsoms Hernandez, Juan Angel" userId="3ee72a98-c108-4a22-84cf-0fb1bff741c5" providerId="ADAL" clId="{27D78546-C880-444F-8CD5-E7186DEC6647}" dt="2023-01-30T11:07:34.422" v="311" actId="478"/>
          <ac:picMkLst>
            <pc:docMk/>
            <pc:sldMk cId="608910567" sldId="275"/>
            <ac:picMk id="4" creationId="{30338A0A-6E30-E25B-49F6-E472F8D71DB2}"/>
          </ac:picMkLst>
        </pc:picChg>
        <pc:picChg chg="del">
          <ac:chgData name="Ferrer-Bonsoms Hernandez, Juan Angel" userId="3ee72a98-c108-4a22-84cf-0fb1bff741c5" providerId="ADAL" clId="{27D78546-C880-444F-8CD5-E7186DEC6647}" dt="2023-01-30T11:07:24.324" v="303" actId="478"/>
          <ac:picMkLst>
            <pc:docMk/>
            <pc:sldMk cId="608910567" sldId="275"/>
            <ac:picMk id="5" creationId="{2E247468-21E3-9061-D44A-39742C733BE4}"/>
          </ac:picMkLst>
        </pc:picChg>
        <pc:picChg chg="del">
          <ac:chgData name="Ferrer-Bonsoms Hernandez, Juan Angel" userId="3ee72a98-c108-4a22-84cf-0fb1bff741c5" providerId="ADAL" clId="{27D78546-C880-444F-8CD5-E7186DEC6647}" dt="2023-01-30T11:07:22.599" v="301" actId="478"/>
          <ac:picMkLst>
            <pc:docMk/>
            <pc:sldMk cId="608910567" sldId="275"/>
            <ac:picMk id="16" creationId="{DF013C29-6A72-01C1-A02C-A1E5465DC621}"/>
          </ac:picMkLst>
        </pc:picChg>
        <pc:picChg chg="add mod">
          <ac:chgData name="Ferrer-Bonsoms Hernandez, Juan Angel" userId="3ee72a98-c108-4a22-84cf-0fb1bff741c5" providerId="ADAL" clId="{27D78546-C880-444F-8CD5-E7186DEC6647}" dt="2023-01-30T11:09:46.170" v="334" actId="1076"/>
          <ac:picMkLst>
            <pc:docMk/>
            <pc:sldMk cId="608910567" sldId="275"/>
            <ac:picMk id="18" creationId="{FBE9A8AF-4B40-F0F8-1FD5-A2A920EA924D}"/>
          </ac:picMkLst>
        </pc:picChg>
        <pc:picChg chg="del">
          <ac:chgData name="Ferrer-Bonsoms Hernandez, Juan Angel" userId="3ee72a98-c108-4a22-84cf-0fb1bff741c5" providerId="ADAL" clId="{27D78546-C880-444F-8CD5-E7186DEC6647}" dt="2023-01-30T11:07:23.173" v="302" actId="478"/>
          <ac:picMkLst>
            <pc:docMk/>
            <pc:sldMk cId="608910567" sldId="275"/>
            <ac:picMk id="24" creationId="{469CB5D0-FA73-F089-C413-DA6F728AA0B1}"/>
          </ac:picMkLst>
        </pc:picChg>
        <pc:picChg chg="add mod">
          <ac:chgData name="Ferrer-Bonsoms Hernandez, Juan Angel" userId="3ee72a98-c108-4a22-84cf-0fb1bff741c5" providerId="ADAL" clId="{27D78546-C880-444F-8CD5-E7186DEC6647}" dt="2023-01-30T11:18:34.373" v="436" actId="1076"/>
          <ac:picMkLst>
            <pc:docMk/>
            <pc:sldMk cId="608910567" sldId="275"/>
            <ac:picMk id="31" creationId="{5BF0B290-8392-E636-9D01-2214ECCF3A3B}"/>
          </ac:picMkLst>
        </pc:picChg>
        <pc:picChg chg="add mod">
          <ac:chgData name="Ferrer-Bonsoms Hernandez, Juan Angel" userId="3ee72a98-c108-4a22-84cf-0fb1bff741c5" providerId="ADAL" clId="{27D78546-C880-444F-8CD5-E7186DEC6647}" dt="2023-01-30T11:21:42.122" v="499" actId="1035"/>
          <ac:picMkLst>
            <pc:docMk/>
            <pc:sldMk cId="608910567" sldId="275"/>
            <ac:picMk id="38" creationId="{F991E9AC-543A-DD66-7D33-7BD33554E405}"/>
          </ac:picMkLst>
        </pc:picChg>
        <pc:picChg chg="add mod">
          <ac:chgData name="Ferrer-Bonsoms Hernandez, Juan Angel" userId="3ee72a98-c108-4a22-84cf-0fb1bff741c5" providerId="ADAL" clId="{27D78546-C880-444F-8CD5-E7186DEC6647}" dt="2023-01-30T11:26:02.249" v="511" actId="1076"/>
          <ac:picMkLst>
            <pc:docMk/>
            <pc:sldMk cId="608910567" sldId="275"/>
            <ac:picMk id="44" creationId="{1BE18D7E-0F2F-1C1E-6448-A348DB235AD3}"/>
          </ac:picMkLst>
        </pc:picChg>
        <pc:picChg chg="add mod">
          <ac:chgData name="Ferrer-Bonsoms Hernandez, Juan Angel" userId="3ee72a98-c108-4a22-84cf-0fb1bff741c5" providerId="ADAL" clId="{27D78546-C880-444F-8CD5-E7186DEC6647}" dt="2023-01-30T11:40:04.462" v="649" actId="1038"/>
          <ac:picMkLst>
            <pc:docMk/>
            <pc:sldMk cId="608910567" sldId="275"/>
            <ac:picMk id="49" creationId="{E4275685-6C34-7E7F-5943-7A9F76381AB5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27.337" v="1878"/>
          <ac:picMkLst>
            <pc:docMk/>
            <pc:sldMk cId="608910567" sldId="275"/>
            <ac:picMk id="55" creationId="{9E3F8A55-41E7-43FB-6019-985759DDA0B1}"/>
          </ac:picMkLst>
        </pc:picChg>
        <pc:inkChg chg="del">
          <ac:chgData name="Ferrer-Bonsoms Hernandez, Juan Angel" userId="3ee72a98-c108-4a22-84cf-0fb1bff741c5" providerId="ADAL" clId="{27D78546-C880-444F-8CD5-E7186DEC6647}" dt="2023-01-30T11:07:25.367" v="304" actId="478"/>
          <ac:inkMkLst>
            <pc:docMk/>
            <pc:sldMk cId="608910567" sldId="275"/>
            <ac:inkMk id="20" creationId="{56EF7571-4EA8-24D4-785A-319B646A07A7}"/>
          </ac:inkMkLst>
        </pc:inkChg>
        <pc:inkChg chg="add">
          <ac:chgData name="Ferrer-Bonsoms Hernandez, Juan Angel" userId="3ee72a98-c108-4a22-84cf-0fb1bff741c5" providerId="ADAL" clId="{27D78546-C880-444F-8CD5-E7186DEC6647}" dt="2023-01-30T11:10:17.669" v="366" actId="9405"/>
          <ac:inkMkLst>
            <pc:docMk/>
            <pc:sldMk cId="608910567" sldId="275"/>
            <ac:inkMk id="21" creationId="{43B65287-2EC1-59BD-DEF3-4F9E536CD991}"/>
          </ac:inkMkLst>
        </pc:inkChg>
        <pc:inkChg chg="del">
          <ac:chgData name="Ferrer-Bonsoms Hernandez, Juan Angel" userId="3ee72a98-c108-4a22-84cf-0fb1bff741c5" providerId="ADAL" clId="{27D78546-C880-444F-8CD5-E7186DEC6647}" dt="2023-01-30T11:07:26.597" v="306" actId="478"/>
          <ac:inkMkLst>
            <pc:docMk/>
            <pc:sldMk cId="608910567" sldId="275"/>
            <ac:inkMk id="22" creationId="{A7A65928-3B3F-F1EE-B9D9-1AEFAE0E7011}"/>
          </ac:inkMkLst>
        </pc:inkChg>
        <pc:inkChg chg="add">
          <ac:chgData name="Ferrer-Bonsoms Hernandez, Juan Angel" userId="3ee72a98-c108-4a22-84cf-0fb1bff741c5" providerId="ADAL" clId="{27D78546-C880-444F-8CD5-E7186DEC6647}" dt="2023-01-30T11:10:21.965" v="367" actId="9405"/>
          <ac:inkMkLst>
            <pc:docMk/>
            <pc:sldMk cId="608910567" sldId="275"/>
            <ac:inkMk id="23" creationId="{99CABEE2-FA58-6EB6-0DA9-5B4184275287}"/>
          </ac:inkMkLst>
        </pc:inkChg>
        <pc:inkChg chg="add">
          <ac:chgData name="Ferrer-Bonsoms Hernandez, Juan Angel" userId="3ee72a98-c108-4a22-84cf-0fb1bff741c5" providerId="ADAL" clId="{27D78546-C880-444F-8CD5-E7186DEC6647}" dt="2023-01-30T11:10:25.990" v="368" actId="9405"/>
          <ac:inkMkLst>
            <pc:docMk/>
            <pc:sldMk cId="608910567" sldId="275"/>
            <ac:inkMk id="25" creationId="{73F8B5D6-96DC-1C75-920D-A5884E6C7E7E}"/>
          </ac:inkMkLst>
        </pc:inkChg>
        <pc:inkChg chg="add">
          <ac:chgData name="Ferrer-Bonsoms Hernandez, Juan Angel" userId="3ee72a98-c108-4a22-84cf-0fb1bff741c5" providerId="ADAL" clId="{27D78546-C880-444F-8CD5-E7186DEC6647}" dt="2023-01-30T11:10:41.886" v="369" actId="9405"/>
          <ac:inkMkLst>
            <pc:docMk/>
            <pc:sldMk cId="608910567" sldId="275"/>
            <ac:inkMk id="26" creationId="{A619B9EA-B8B2-B4B7-A357-EA9099260F41}"/>
          </ac:inkMkLst>
        </pc:inkChg>
        <pc:inkChg chg="add">
          <ac:chgData name="Ferrer-Bonsoms Hernandez, Juan Angel" userId="3ee72a98-c108-4a22-84cf-0fb1bff741c5" providerId="ADAL" clId="{27D78546-C880-444F-8CD5-E7186DEC6647}" dt="2023-01-30T11:10:44.373" v="370" actId="9405"/>
          <ac:inkMkLst>
            <pc:docMk/>
            <pc:sldMk cId="608910567" sldId="275"/>
            <ac:inkMk id="27" creationId="{F48947F8-2D75-44B8-18F9-0FD8E20D04DF}"/>
          </ac:inkMkLst>
        </pc:inkChg>
        <pc:inkChg chg="add">
          <ac:chgData name="Ferrer-Bonsoms Hernandez, Juan Angel" userId="3ee72a98-c108-4a22-84cf-0fb1bff741c5" providerId="ADAL" clId="{27D78546-C880-444F-8CD5-E7186DEC6647}" dt="2023-01-30T11:10:50.180" v="371" actId="9405"/>
          <ac:inkMkLst>
            <pc:docMk/>
            <pc:sldMk cId="608910567" sldId="275"/>
            <ac:inkMk id="28" creationId="{D1D6A919-3A80-F5FC-E867-AA7BB71FADFC}"/>
          </ac:inkMkLst>
        </pc:inkChg>
        <pc:inkChg chg="add del">
          <ac:chgData name="Ferrer-Bonsoms Hernandez, Juan Angel" userId="3ee72a98-c108-4a22-84cf-0fb1bff741c5" providerId="ADAL" clId="{27D78546-C880-444F-8CD5-E7186DEC6647}" dt="2023-01-30T11:19:13.673" v="451" actId="9405"/>
          <ac:inkMkLst>
            <pc:docMk/>
            <pc:sldMk cId="608910567" sldId="275"/>
            <ac:inkMk id="33" creationId="{2A2FF541-4998-1557-7EC8-F0E1B776E432}"/>
          </ac:inkMkLst>
        </pc:inkChg>
        <pc:inkChg chg="add">
          <ac:chgData name="Ferrer-Bonsoms Hernandez, Juan Angel" userId="3ee72a98-c108-4a22-84cf-0fb1bff741c5" providerId="ADAL" clId="{27D78546-C880-444F-8CD5-E7186DEC6647}" dt="2023-01-30T11:19:16.041" v="452" actId="9405"/>
          <ac:inkMkLst>
            <pc:docMk/>
            <pc:sldMk cId="608910567" sldId="275"/>
            <ac:inkMk id="34" creationId="{D0B6FAD9-CE3F-9B93-CA5D-AB457CEBAFCD}"/>
          </ac:inkMkLst>
        </pc:inkChg>
        <pc:inkChg chg="add">
          <ac:chgData name="Ferrer-Bonsoms Hernandez, Juan Angel" userId="3ee72a98-c108-4a22-84cf-0fb1bff741c5" providerId="ADAL" clId="{27D78546-C880-444F-8CD5-E7186DEC6647}" dt="2023-01-30T11:19:18.622" v="453" actId="9405"/>
          <ac:inkMkLst>
            <pc:docMk/>
            <pc:sldMk cId="608910567" sldId="275"/>
            <ac:inkMk id="35" creationId="{4F879F3C-EA0A-EF19-A32D-BC2ABA397BFB}"/>
          </ac:inkMkLst>
        </pc:inkChg>
        <pc:inkChg chg="add">
          <ac:chgData name="Ferrer-Bonsoms Hernandez, Juan Angel" userId="3ee72a98-c108-4a22-84cf-0fb1bff741c5" providerId="ADAL" clId="{27D78546-C880-444F-8CD5-E7186DEC6647}" dt="2023-01-30T11:19:23.114" v="454" actId="9405"/>
          <ac:inkMkLst>
            <pc:docMk/>
            <pc:sldMk cId="608910567" sldId="275"/>
            <ac:inkMk id="36" creationId="{C37B882E-24C7-B63C-3F56-E96D8C305EEF}"/>
          </ac:inkMkLst>
        </pc:inkChg>
        <pc:inkChg chg="add mod">
          <ac:chgData name="Ferrer-Bonsoms Hernandez, Juan Angel" userId="3ee72a98-c108-4a22-84cf-0fb1bff741c5" providerId="ADAL" clId="{27D78546-C880-444F-8CD5-E7186DEC6647}" dt="2023-01-30T11:26:20.094" v="571" actId="1035"/>
          <ac:inkMkLst>
            <pc:docMk/>
            <pc:sldMk cId="608910567" sldId="275"/>
            <ac:inkMk id="40" creationId="{21B2F592-5BA9-CB49-B3D2-9D7830B013EA}"/>
          </ac:inkMkLst>
        </pc:inkChg>
        <pc:inkChg chg="add mod">
          <ac:chgData name="Ferrer-Bonsoms Hernandez, Juan Angel" userId="3ee72a98-c108-4a22-84cf-0fb1bff741c5" providerId="ADAL" clId="{27D78546-C880-444F-8CD5-E7186DEC6647}" dt="2023-01-30T11:26:25.395" v="573" actId="1076"/>
          <ac:inkMkLst>
            <pc:docMk/>
            <pc:sldMk cId="608910567" sldId="275"/>
            <ac:inkMk id="46" creationId="{323F51FB-7FD5-80E4-84A0-DF0C5595AB89}"/>
          </ac:inkMkLst>
        </pc:inkChg>
        <pc:inkChg chg="add mod">
          <ac:chgData name="Ferrer-Bonsoms Hernandez, Juan Angel" userId="3ee72a98-c108-4a22-84cf-0fb1bff741c5" providerId="ADAL" clId="{27D78546-C880-444F-8CD5-E7186DEC6647}" dt="2023-01-30T11:40:13.516" v="651" actId="1076"/>
          <ac:inkMkLst>
            <pc:docMk/>
            <pc:sldMk cId="608910567" sldId="275"/>
            <ac:inkMk id="51" creationId="{30E88AD4-7285-F057-46FC-FCF74A2C30D5}"/>
          </ac:inkMkLst>
        </pc:inkChg>
        <pc:inkChg chg="add mod">
          <ac:chgData name="Ferrer-Bonsoms Hernandez, Juan Angel" userId="3ee72a98-c108-4a22-84cf-0fb1bff741c5" providerId="ADAL" clId="{27D78546-C880-444F-8CD5-E7186DEC6647}" dt="2023-01-30T11:40:20.958" v="656" actId="1035"/>
          <ac:inkMkLst>
            <pc:docMk/>
            <pc:sldMk cId="608910567" sldId="275"/>
            <ac:inkMk id="52" creationId="{4520B880-7923-A1CD-124A-B920F6151BDC}"/>
          </ac:inkMkLst>
        </pc:inkChg>
        <pc:inkChg chg="add mod">
          <ac:chgData name="Ferrer-Bonsoms Hernandez, Juan Angel" userId="3ee72a98-c108-4a22-84cf-0fb1bff741c5" providerId="ADAL" clId="{27D78546-C880-444F-8CD5-E7186DEC6647}" dt="2023-01-30T11:40:25.397" v="658" actId="1076"/>
          <ac:inkMkLst>
            <pc:docMk/>
            <pc:sldMk cId="608910567" sldId="275"/>
            <ac:inkMk id="53" creationId="{F802CA52-055C-6512-84DE-74DA70CD00D8}"/>
          </ac:inkMkLst>
        </pc:inkChg>
        <pc:cxnChg chg="del">
          <ac:chgData name="Ferrer-Bonsoms Hernandez, Juan Angel" userId="3ee72a98-c108-4a22-84cf-0fb1bff741c5" providerId="ADAL" clId="{27D78546-C880-444F-8CD5-E7186DEC6647}" dt="2023-01-30T11:07:31.940" v="310" actId="478"/>
          <ac:cxnSpMkLst>
            <pc:docMk/>
            <pc:sldMk cId="608910567" sldId="275"/>
            <ac:cxnSpMk id="8" creationId="{05CFC35D-CB15-C0DA-9F0C-1E5CFFD3CC84}"/>
          </ac:cxnSpMkLst>
        </pc:cxnChg>
        <pc:cxnChg chg="del">
          <ac:chgData name="Ferrer-Bonsoms Hernandez, Juan Angel" userId="3ee72a98-c108-4a22-84cf-0fb1bff741c5" providerId="ADAL" clId="{27D78546-C880-444F-8CD5-E7186DEC6647}" dt="2023-01-30T11:07:31.306" v="309" actId="478"/>
          <ac:cxnSpMkLst>
            <pc:docMk/>
            <pc:sldMk cId="608910567" sldId="275"/>
            <ac:cxnSpMk id="9" creationId="{FF6046A9-B87A-7959-08E3-71EC339CAEE2}"/>
          </ac:cxnSpMkLst>
        </pc:cxnChg>
      </pc:sldChg>
      <pc:sldChg chg="addSp delSp modSp add mod">
        <pc:chgData name="Ferrer-Bonsoms Hernandez, Juan Angel" userId="3ee72a98-c108-4a22-84cf-0fb1bff741c5" providerId="ADAL" clId="{27D78546-C880-444F-8CD5-E7186DEC6647}" dt="2023-01-30T15:22:25.433" v="1877"/>
        <pc:sldMkLst>
          <pc:docMk/>
          <pc:sldMk cId="203061699" sldId="276"/>
        </pc:sldMkLst>
        <pc:spChg chg="del">
          <ac:chgData name="Ferrer-Bonsoms Hernandez, Juan Angel" userId="3ee72a98-c108-4a22-84cf-0fb1bff741c5" providerId="ADAL" clId="{27D78546-C880-444F-8CD5-E7186DEC6647}" dt="2023-01-30T11:51:26.854" v="840" actId="478"/>
          <ac:spMkLst>
            <pc:docMk/>
            <pc:sldMk cId="203061699" sldId="276"/>
            <ac:spMk id="32" creationId="{043159AA-7BF4-2F35-CE0D-3F88198C06EC}"/>
          </ac:spMkLst>
        </pc:spChg>
        <pc:picChg chg="add mod">
          <ac:chgData name="Ferrer-Bonsoms Hernandez, Juan Angel" userId="3ee72a98-c108-4a22-84cf-0fb1bff741c5" providerId="ADAL" clId="{27D78546-C880-444F-8CD5-E7186DEC6647}" dt="2023-01-30T14:16:32.789" v="846" actId="14100"/>
          <ac:picMkLst>
            <pc:docMk/>
            <pc:sldMk cId="203061699" sldId="276"/>
            <ac:picMk id="2" creationId="{9B59B6A1-440B-504E-734E-2EB36C4633ED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25.433" v="1877"/>
          <ac:picMkLst>
            <pc:docMk/>
            <pc:sldMk cId="203061699" sldId="276"/>
            <ac:picMk id="4" creationId="{76C8C3D3-FAE8-F3CC-A979-239436DEC667}"/>
          </ac:picMkLst>
        </pc:picChg>
        <pc:picChg chg="del">
          <ac:chgData name="Ferrer-Bonsoms Hernandez, Juan Angel" userId="3ee72a98-c108-4a22-84cf-0fb1bff741c5" providerId="ADAL" clId="{27D78546-C880-444F-8CD5-E7186DEC6647}" dt="2023-01-30T11:51:23.737" v="838" actId="478"/>
          <ac:picMkLst>
            <pc:docMk/>
            <pc:sldMk cId="203061699" sldId="276"/>
            <ac:picMk id="31" creationId="{5BF0B290-8392-E636-9D01-2214ECCF3A3B}"/>
          </ac:picMkLst>
        </pc:picChg>
        <pc:inkChg chg="del">
          <ac:chgData name="Ferrer-Bonsoms Hernandez, Juan Angel" userId="3ee72a98-c108-4a22-84cf-0fb1bff741c5" providerId="ADAL" clId="{27D78546-C880-444F-8CD5-E7186DEC6647}" dt="2023-01-30T11:51:28.600" v="841" actId="478"/>
          <ac:inkMkLst>
            <pc:docMk/>
            <pc:sldMk cId="203061699" sldId="276"/>
            <ac:inkMk id="34" creationId="{D0B6FAD9-CE3F-9B93-CA5D-AB457CEBAFCD}"/>
          </ac:inkMkLst>
        </pc:inkChg>
        <pc:inkChg chg="del">
          <ac:chgData name="Ferrer-Bonsoms Hernandez, Juan Angel" userId="3ee72a98-c108-4a22-84cf-0fb1bff741c5" providerId="ADAL" clId="{27D78546-C880-444F-8CD5-E7186DEC6647}" dt="2023-01-30T11:51:28.600" v="841" actId="478"/>
          <ac:inkMkLst>
            <pc:docMk/>
            <pc:sldMk cId="203061699" sldId="276"/>
            <ac:inkMk id="35" creationId="{4F879F3C-EA0A-EF19-A32D-BC2ABA397BFB}"/>
          </ac:inkMkLst>
        </pc:inkChg>
        <pc:inkChg chg="del">
          <ac:chgData name="Ferrer-Bonsoms Hernandez, Juan Angel" userId="3ee72a98-c108-4a22-84cf-0fb1bff741c5" providerId="ADAL" clId="{27D78546-C880-444F-8CD5-E7186DEC6647}" dt="2023-01-30T11:51:24.593" v="839" actId="478"/>
          <ac:inkMkLst>
            <pc:docMk/>
            <pc:sldMk cId="203061699" sldId="276"/>
            <ac:inkMk id="36" creationId="{C37B882E-24C7-B63C-3F56-E96D8C305EEF}"/>
          </ac:inkMkLst>
        </pc:inkChg>
      </pc:sldChg>
      <pc:sldChg chg="addSp delSp modSp add mod">
        <pc:chgData name="Ferrer-Bonsoms Hernandez, Juan Angel" userId="3ee72a98-c108-4a22-84cf-0fb1bff741c5" providerId="ADAL" clId="{27D78546-C880-444F-8CD5-E7186DEC6647}" dt="2023-01-30T15:22:23.600" v="1876"/>
        <pc:sldMkLst>
          <pc:docMk/>
          <pc:sldMk cId="3770120386" sldId="277"/>
        </pc:sldMkLst>
        <pc:spChg chg="del">
          <ac:chgData name="Ferrer-Bonsoms Hernandez, Juan Angel" userId="3ee72a98-c108-4a22-84cf-0fb1bff741c5" providerId="ADAL" clId="{27D78546-C880-444F-8CD5-E7186DEC6647}" dt="2023-01-30T14:19:28.841" v="890" actId="478"/>
          <ac:spMkLst>
            <pc:docMk/>
            <pc:sldMk cId="3770120386" sldId="277"/>
            <ac:spMk id="3" creationId="{B22987D5-A4D8-7F43-4BCB-5C1D2D40D7A8}"/>
          </ac:spMkLst>
        </pc:spChg>
        <pc:spChg chg="add mod">
          <ac:chgData name="Ferrer-Bonsoms Hernandez, Juan Angel" userId="3ee72a98-c108-4a22-84cf-0fb1bff741c5" providerId="ADAL" clId="{27D78546-C880-444F-8CD5-E7186DEC6647}" dt="2023-01-30T14:19:29.878" v="891"/>
          <ac:spMkLst>
            <pc:docMk/>
            <pc:sldMk cId="3770120386" sldId="277"/>
            <ac:spMk id="4" creationId="{6BF4E3B7-D780-77F3-EAC6-42E779568F90}"/>
          </ac:spMkLst>
        </pc:spChg>
        <pc:spChg chg="add mod">
          <ac:chgData name="Ferrer-Bonsoms Hernandez, Juan Angel" userId="3ee72a98-c108-4a22-84cf-0fb1bff741c5" providerId="ADAL" clId="{27D78546-C880-444F-8CD5-E7186DEC6647}" dt="2023-01-30T15:15:49.092" v="1560" actId="20577"/>
          <ac:spMkLst>
            <pc:docMk/>
            <pc:sldMk cId="3770120386" sldId="277"/>
            <ac:spMk id="5" creationId="{9E0B27FE-8D2C-4073-4787-144401EECC0F}"/>
          </ac:spMkLst>
        </pc:spChg>
        <pc:spChg chg="add mod">
          <ac:chgData name="Ferrer-Bonsoms Hernandez, Juan Angel" userId="3ee72a98-c108-4a22-84cf-0fb1bff741c5" providerId="ADAL" clId="{27D78546-C880-444F-8CD5-E7186DEC6647}" dt="2023-01-30T14:28:25.388" v="1195" actId="1076"/>
          <ac:spMkLst>
            <pc:docMk/>
            <pc:sldMk cId="3770120386" sldId="277"/>
            <ac:spMk id="8" creationId="{1AF8E65C-9D00-36BA-BF12-C65332F59F92}"/>
          </ac:spMkLst>
        </pc:spChg>
        <pc:spChg chg="mod">
          <ac:chgData name="Ferrer-Bonsoms Hernandez, Juan Angel" userId="3ee72a98-c108-4a22-84cf-0fb1bff741c5" providerId="ADAL" clId="{27D78546-C880-444F-8CD5-E7186DEC6647}" dt="2023-01-30T14:17:31.846" v="888" actId="20577"/>
          <ac:spMkLst>
            <pc:docMk/>
            <pc:sldMk cId="3770120386" sldId="277"/>
            <ac:spMk id="15" creationId="{12D2CBB8-CDAF-684F-A9F2-5DC092116F68}"/>
          </ac:spMkLst>
        </pc:spChg>
        <pc:spChg chg="del">
          <ac:chgData name="Ferrer-Bonsoms Hernandez, Juan Angel" userId="3ee72a98-c108-4a22-84cf-0fb1bff741c5" providerId="ADAL" clId="{27D78546-C880-444F-8CD5-E7186DEC6647}" dt="2023-01-30T14:19:27.505" v="889" actId="478"/>
          <ac:spMkLst>
            <pc:docMk/>
            <pc:sldMk cId="3770120386" sldId="277"/>
            <ac:spMk id="19" creationId="{4F9C47C3-EC66-63CE-DE5D-BF857B6F8BB0}"/>
          </ac:spMkLst>
        </pc:spChg>
        <pc:spChg chg="del">
          <ac:chgData name="Ferrer-Bonsoms Hernandez, Juan Angel" userId="3ee72a98-c108-4a22-84cf-0fb1bff741c5" providerId="ADAL" clId="{27D78546-C880-444F-8CD5-E7186DEC6647}" dt="2023-01-30T14:17:17.110" v="851" actId="478"/>
          <ac:spMkLst>
            <pc:docMk/>
            <pc:sldMk cId="3770120386" sldId="277"/>
            <ac:spMk id="29" creationId="{869B2290-0270-0350-DFC6-8F3F44DEC94F}"/>
          </ac:spMkLst>
        </pc:spChg>
        <pc:spChg chg="del">
          <ac:chgData name="Ferrer-Bonsoms Hernandez, Juan Angel" userId="3ee72a98-c108-4a22-84cf-0fb1bff741c5" providerId="ADAL" clId="{27D78546-C880-444F-8CD5-E7186DEC6647}" dt="2023-01-30T14:17:17.110" v="851" actId="478"/>
          <ac:spMkLst>
            <pc:docMk/>
            <pc:sldMk cId="3770120386" sldId="277"/>
            <ac:spMk id="39" creationId="{2F4E5B2B-7B7B-51F1-A7D0-F4D120A3BBEB}"/>
          </ac:spMkLst>
        </pc:spChg>
        <pc:spChg chg="del">
          <ac:chgData name="Ferrer-Bonsoms Hernandez, Juan Angel" userId="3ee72a98-c108-4a22-84cf-0fb1bff741c5" providerId="ADAL" clId="{27D78546-C880-444F-8CD5-E7186DEC6647}" dt="2023-01-30T14:17:13.932" v="850" actId="478"/>
          <ac:spMkLst>
            <pc:docMk/>
            <pc:sldMk cId="3770120386" sldId="277"/>
            <ac:spMk id="42" creationId="{CADC33FE-2942-2861-E5F3-8A6900E91074}"/>
          </ac:spMkLst>
        </pc:spChg>
        <pc:spChg chg="del">
          <ac:chgData name="Ferrer-Bonsoms Hernandez, Juan Angel" userId="3ee72a98-c108-4a22-84cf-0fb1bff741c5" providerId="ADAL" clId="{27D78546-C880-444F-8CD5-E7186DEC6647}" dt="2023-01-30T14:17:17.110" v="851" actId="478"/>
          <ac:spMkLst>
            <pc:docMk/>
            <pc:sldMk cId="3770120386" sldId="277"/>
            <ac:spMk id="45" creationId="{F6C3F209-D555-745C-30C5-948A55EEA97C}"/>
          </ac:spMkLst>
        </pc:spChg>
        <pc:spChg chg="del">
          <ac:chgData name="Ferrer-Bonsoms Hernandez, Juan Angel" userId="3ee72a98-c108-4a22-84cf-0fb1bff741c5" providerId="ADAL" clId="{27D78546-C880-444F-8CD5-E7186DEC6647}" dt="2023-01-30T14:17:13.932" v="850" actId="478"/>
          <ac:spMkLst>
            <pc:docMk/>
            <pc:sldMk cId="3770120386" sldId="277"/>
            <ac:spMk id="47" creationId="{41B60AEE-B9BD-8827-ADE1-49C7F2A085BA}"/>
          </ac:spMkLst>
        </pc:spChg>
        <pc:spChg chg="del">
          <ac:chgData name="Ferrer-Bonsoms Hernandez, Juan Angel" userId="3ee72a98-c108-4a22-84cf-0fb1bff741c5" providerId="ADAL" clId="{27D78546-C880-444F-8CD5-E7186DEC6647}" dt="2023-01-30T14:17:17.110" v="851" actId="478"/>
          <ac:spMkLst>
            <pc:docMk/>
            <pc:sldMk cId="3770120386" sldId="277"/>
            <ac:spMk id="50" creationId="{7177E086-7CBA-A8A0-7430-C89C11ED5D76}"/>
          </ac:spMkLst>
        </pc:spChg>
        <pc:spChg chg="del">
          <ac:chgData name="Ferrer-Bonsoms Hernandez, Juan Angel" userId="3ee72a98-c108-4a22-84cf-0fb1bff741c5" providerId="ADAL" clId="{27D78546-C880-444F-8CD5-E7186DEC6647}" dt="2023-01-30T14:17:13.932" v="850" actId="478"/>
          <ac:spMkLst>
            <pc:docMk/>
            <pc:sldMk cId="3770120386" sldId="277"/>
            <ac:spMk id="54" creationId="{E8F5DA8F-6DF4-1EC3-46D8-48000CEB4B89}"/>
          </ac:spMkLst>
        </pc:spChg>
        <pc:picChg chg="del">
          <ac:chgData name="Ferrer-Bonsoms Hernandez, Juan Angel" userId="3ee72a98-c108-4a22-84cf-0fb1bff741c5" providerId="ADAL" clId="{27D78546-C880-444F-8CD5-E7186DEC6647}" dt="2023-01-30T14:17:17.790" v="852" actId="478"/>
          <ac:picMkLst>
            <pc:docMk/>
            <pc:sldMk cId="3770120386" sldId="277"/>
            <ac:picMk id="2" creationId="{9B59B6A1-440B-504E-734E-2EB36C4633ED}"/>
          </ac:picMkLst>
        </pc:picChg>
        <pc:picChg chg="del">
          <ac:chgData name="Ferrer-Bonsoms Hernandez, Juan Angel" userId="3ee72a98-c108-4a22-84cf-0fb1bff741c5" providerId="ADAL" clId="{27D78546-C880-444F-8CD5-E7186DEC6647}" dt="2023-01-30T14:17:08.215" v="848" actId="478"/>
          <ac:picMkLst>
            <pc:docMk/>
            <pc:sldMk cId="3770120386" sldId="277"/>
            <ac:picMk id="18" creationId="{FBE9A8AF-4B40-F0F8-1FD5-A2A920EA924D}"/>
          </ac:picMkLst>
        </pc:picChg>
        <pc:picChg chg="add mod">
          <ac:chgData name="Ferrer-Bonsoms Hernandez, Juan Angel" userId="3ee72a98-c108-4a22-84cf-0fb1bff741c5" providerId="ADAL" clId="{27D78546-C880-444F-8CD5-E7186DEC6647}" dt="2023-01-30T14:59:36.593" v="1393" actId="1076"/>
          <ac:picMkLst>
            <pc:docMk/>
            <pc:sldMk cId="3770120386" sldId="277"/>
            <ac:picMk id="22" creationId="{315E490C-298F-3331-59B8-8D37D680E8E2}"/>
          </ac:picMkLst>
        </pc:picChg>
        <pc:picChg chg="add mod">
          <ac:chgData name="Ferrer-Bonsoms Hernandez, Juan Angel" userId="3ee72a98-c108-4a22-84cf-0fb1bff741c5" providerId="ADAL" clId="{27D78546-C880-444F-8CD5-E7186DEC6647}" dt="2023-01-30T15:22:23.600" v="1876"/>
          <ac:picMkLst>
            <pc:docMk/>
            <pc:sldMk cId="3770120386" sldId="277"/>
            <ac:picMk id="24" creationId="{B93C7731-9F70-C1F6-AC83-4037A4BCA41A}"/>
          </ac:picMkLst>
        </pc:picChg>
        <pc:picChg chg="del">
          <ac:chgData name="Ferrer-Bonsoms Hernandez, Juan Angel" userId="3ee72a98-c108-4a22-84cf-0fb1bff741c5" providerId="ADAL" clId="{27D78546-C880-444F-8CD5-E7186DEC6647}" dt="2023-01-30T14:17:13.932" v="850" actId="478"/>
          <ac:picMkLst>
            <pc:docMk/>
            <pc:sldMk cId="3770120386" sldId="277"/>
            <ac:picMk id="38" creationId="{F991E9AC-543A-DD66-7D33-7BD33554E405}"/>
          </ac:picMkLst>
        </pc:picChg>
        <pc:picChg chg="del">
          <ac:chgData name="Ferrer-Bonsoms Hernandez, Juan Angel" userId="3ee72a98-c108-4a22-84cf-0fb1bff741c5" providerId="ADAL" clId="{27D78546-C880-444F-8CD5-E7186DEC6647}" dt="2023-01-30T14:17:13.932" v="850" actId="478"/>
          <ac:picMkLst>
            <pc:docMk/>
            <pc:sldMk cId="3770120386" sldId="277"/>
            <ac:picMk id="44" creationId="{1BE18D7E-0F2F-1C1E-6448-A348DB235AD3}"/>
          </ac:picMkLst>
        </pc:picChg>
        <pc:picChg chg="del">
          <ac:chgData name="Ferrer-Bonsoms Hernandez, Juan Angel" userId="3ee72a98-c108-4a22-84cf-0fb1bff741c5" providerId="ADAL" clId="{27D78546-C880-444F-8CD5-E7186DEC6647}" dt="2023-01-30T14:17:13.932" v="850" actId="478"/>
          <ac:picMkLst>
            <pc:docMk/>
            <pc:sldMk cId="3770120386" sldId="277"/>
            <ac:picMk id="49" creationId="{E4275685-6C34-7E7F-5943-7A9F76381AB5}"/>
          </ac:picMkLst>
        </pc:picChg>
        <pc:inkChg chg="add del">
          <ac:chgData name="Ferrer-Bonsoms Hernandez, Juan Angel" userId="3ee72a98-c108-4a22-84cf-0fb1bff741c5" providerId="ADAL" clId="{27D78546-C880-444F-8CD5-E7186DEC6647}" dt="2023-01-30T14:28:37.552" v="1197" actId="9405"/>
          <ac:inkMkLst>
            <pc:docMk/>
            <pc:sldMk cId="3770120386" sldId="277"/>
            <ac:inkMk id="9" creationId="{8570917A-70C8-80C6-0057-40C7EBCC2197}"/>
          </ac:inkMkLst>
        </pc:inkChg>
        <pc:inkChg chg="add">
          <ac:chgData name="Ferrer-Bonsoms Hernandez, Juan Angel" userId="3ee72a98-c108-4a22-84cf-0fb1bff741c5" providerId="ADAL" clId="{27D78546-C880-444F-8CD5-E7186DEC6647}" dt="2023-01-30T14:28:44.247" v="1198" actId="9405"/>
          <ac:inkMkLst>
            <pc:docMk/>
            <pc:sldMk cId="3770120386" sldId="277"/>
            <ac:inkMk id="10" creationId="{516DB8C1-9508-F170-0058-A6C55F665A72}"/>
          </ac:inkMkLst>
        </pc:inkChg>
        <pc:inkChg chg="add">
          <ac:chgData name="Ferrer-Bonsoms Hernandez, Juan Angel" userId="3ee72a98-c108-4a22-84cf-0fb1bff741c5" providerId="ADAL" clId="{27D78546-C880-444F-8CD5-E7186DEC6647}" dt="2023-01-30T14:28:48.583" v="1199" actId="9405"/>
          <ac:inkMkLst>
            <pc:docMk/>
            <pc:sldMk cId="3770120386" sldId="277"/>
            <ac:inkMk id="11" creationId="{4EE13518-3A31-FDE2-4AEE-CBF3EC0D9E4E}"/>
          </ac:inkMkLst>
        </pc:inkChg>
        <pc:inkChg chg="add">
          <ac:chgData name="Ferrer-Bonsoms Hernandez, Juan Angel" userId="3ee72a98-c108-4a22-84cf-0fb1bff741c5" providerId="ADAL" clId="{27D78546-C880-444F-8CD5-E7186DEC6647}" dt="2023-01-30T14:28:51.967" v="1200" actId="9405"/>
          <ac:inkMkLst>
            <pc:docMk/>
            <pc:sldMk cId="3770120386" sldId="277"/>
            <ac:inkMk id="12" creationId="{FBC000DA-3210-EFC9-D3E1-0D564A1EBFE0}"/>
          </ac:inkMkLst>
        </pc:inkChg>
        <pc:inkChg chg="add">
          <ac:chgData name="Ferrer-Bonsoms Hernandez, Juan Angel" userId="3ee72a98-c108-4a22-84cf-0fb1bff741c5" providerId="ADAL" clId="{27D78546-C880-444F-8CD5-E7186DEC6647}" dt="2023-01-30T14:28:55.967" v="1201" actId="9405"/>
          <ac:inkMkLst>
            <pc:docMk/>
            <pc:sldMk cId="3770120386" sldId="277"/>
            <ac:inkMk id="14" creationId="{578B7E5B-B562-F820-26B8-20BE6151DE00}"/>
          </ac:inkMkLst>
        </pc:inkChg>
        <pc:inkChg chg="add">
          <ac:chgData name="Ferrer-Bonsoms Hernandez, Juan Angel" userId="3ee72a98-c108-4a22-84cf-0fb1bff741c5" providerId="ADAL" clId="{27D78546-C880-444F-8CD5-E7186DEC6647}" dt="2023-01-30T14:28:58.583" v="1202" actId="9405"/>
          <ac:inkMkLst>
            <pc:docMk/>
            <pc:sldMk cId="3770120386" sldId="277"/>
            <ac:inkMk id="16" creationId="{572790FC-B0E9-15B9-689B-4113AC929B44}"/>
          </ac:inkMkLst>
        </pc:inkChg>
        <pc:inkChg chg="add">
          <ac:chgData name="Ferrer-Bonsoms Hernandez, Juan Angel" userId="3ee72a98-c108-4a22-84cf-0fb1bff741c5" providerId="ADAL" clId="{27D78546-C880-444F-8CD5-E7186DEC6647}" dt="2023-01-30T14:28:59.807" v="1203" actId="9405"/>
          <ac:inkMkLst>
            <pc:docMk/>
            <pc:sldMk cId="3770120386" sldId="277"/>
            <ac:inkMk id="17" creationId="{1505F200-B0E4-1409-5CAE-24CAA41F0939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21" creationId="{43B65287-2EC1-59BD-DEF3-4F9E536CD991}"/>
          </ac:inkMkLst>
        </pc:inkChg>
        <pc:inkChg chg="del">
          <ac:chgData name="Ferrer-Bonsoms Hernandez, Juan Angel" userId="3ee72a98-c108-4a22-84cf-0fb1bff741c5" providerId="ADAL" clId="{27D78546-C880-444F-8CD5-E7186DEC6647}" dt="2023-01-30T14:17:10.405" v="849" actId="478"/>
          <ac:inkMkLst>
            <pc:docMk/>
            <pc:sldMk cId="3770120386" sldId="277"/>
            <ac:inkMk id="23" creationId="{99CABEE2-FA58-6EB6-0DA9-5B4184275287}"/>
          </ac:inkMkLst>
        </pc:inkChg>
        <pc:inkChg chg="del">
          <ac:chgData name="Ferrer-Bonsoms Hernandez, Juan Angel" userId="3ee72a98-c108-4a22-84cf-0fb1bff741c5" providerId="ADAL" clId="{27D78546-C880-444F-8CD5-E7186DEC6647}" dt="2023-01-30T14:17:19.927" v="853" actId="478"/>
          <ac:inkMkLst>
            <pc:docMk/>
            <pc:sldMk cId="3770120386" sldId="277"/>
            <ac:inkMk id="25" creationId="{73F8B5D6-96DC-1C75-920D-A5884E6C7E7E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26" creationId="{A619B9EA-B8B2-B4B7-A357-EA9099260F41}"/>
          </ac:inkMkLst>
        </pc:inkChg>
        <pc:inkChg chg="del">
          <ac:chgData name="Ferrer-Bonsoms Hernandez, Juan Angel" userId="3ee72a98-c108-4a22-84cf-0fb1bff741c5" providerId="ADAL" clId="{27D78546-C880-444F-8CD5-E7186DEC6647}" dt="2023-01-30T14:17:10.405" v="849" actId="478"/>
          <ac:inkMkLst>
            <pc:docMk/>
            <pc:sldMk cId="3770120386" sldId="277"/>
            <ac:inkMk id="27" creationId="{F48947F8-2D75-44B8-18F9-0FD8E20D04DF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28" creationId="{D1D6A919-3A80-F5FC-E867-AA7BB71FADFC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40" creationId="{21B2F592-5BA9-CB49-B3D2-9D7830B013EA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46" creationId="{323F51FB-7FD5-80E4-84A0-DF0C5595AB89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51" creationId="{30E88AD4-7285-F057-46FC-FCF74A2C30D5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52" creationId="{4520B880-7923-A1CD-124A-B920F6151BDC}"/>
          </ac:inkMkLst>
        </pc:inkChg>
        <pc:inkChg chg="del">
          <ac:chgData name="Ferrer-Bonsoms Hernandez, Juan Angel" userId="3ee72a98-c108-4a22-84cf-0fb1bff741c5" providerId="ADAL" clId="{27D78546-C880-444F-8CD5-E7186DEC6647}" dt="2023-01-30T14:17:13.932" v="850" actId="478"/>
          <ac:inkMkLst>
            <pc:docMk/>
            <pc:sldMk cId="3770120386" sldId="277"/>
            <ac:inkMk id="53" creationId="{F802CA52-055C-6512-84DE-74DA70CD00D8}"/>
          </ac:inkMkLst>
        </pc:inkChg>
      </pc:sldChg>
      <pc:sldChg chg="addSp delSp modSp add mod">
        <pc:chgData name="Ferrer-Bonsoms Hernandez, Juan Angel" userId="3ee72a98-c108-4a22-84cf-0fb1bff741c5" providerId="ADAL" clId="{27D78546-C880-444F-8CD5-E7186DEC6647}" dt="2023-01-30T15:30:33.728" v="2366" actId="113"/>
        <pc:sldMkLst>
          <pc:docMk/>
          <pc:sldMk cId="1115972108" sldId="278"/>
        </pc:sldMkLst>
        <pc:spChg chg="mod">
          <ac:chgData name="Ferrer-Bonsoms Hernandez, Juan Angel" userId="3ee72a98-c108-4a22-84cf-0fb1bff741c5" providerId="ADAL" clId="{27D78546-C880-444F-8CD5-E7186DEC6647}" dt="2023-01-30T15:30:33.728" v="2366" actId="113"/>
          <ac:spMkLst>
            <pc:docMk/>
            <pc:sldMk cId="1115972108" sldId="278"/>
            <ac:spMk id="5" creationId="{9E0B27FE-8D2C-4073-4787-144401EECC0F}"/>
          </ac:spMkLst>
        </pc:spChg>
        <pc:spChg chg="del">
          <ac:chgData name="Ferrer-Bonsoms Hernandez, Juan Angel" userId="3ee72a98-c108-4a22-84cf-0fb1bff741c5" providerId="ADAL" clId="{27D78546-C880-444F-8CD5-E7186DEC6647}" dt="2023-01-30T15:17:58.813" v="1562" actId="478"/>
          <ac:spMkLst>
            <pc:docMk/>
            <pc:sldMk cId="1115972108" sldId="278"/>
            <ac:spMk id="8" creationId="{1AF8E65C-9D00-36BA-BF12-C65332F59F92}"/>
          </ac:spMkLst>
        </pc:spChg>
        <pc:spChg chg="mod">
          <ac:chgData name="Ferrer-Bonsoms Hernandez, Juan Angel" userId="3ee72a98-c108-4a22-84cf-0fb1bff741c5" providerId="ADAL" clId="{27D78546-C880-444F-8CD5-E7186DEC6647}" dt="2023-01-30T15:18:10.892" v="1598" actId="20577"/>
          <ac:spMkLst>
            <pc:docMk/>
            <pc:sldMk cId="1115972108" sldId="278"/>
            <ac:spMk id="15" creationId="{12D2CBB8-CDAF-684F-A9F2-5DC092116F68}"/>
          </ac:spMkLst>
        </pc:spChg>
        <pc:picChg chg="add mod">
          <ac:chgData name="Ferrer-Bonsoms Hernandez, Juan Angel" userId="3ee72a98-c108-4a22-84cf-0fb1bff741c5" providerId="ADAL" clId="{27D78546-C880-444F-8CD5-E7186DEC6647}" dt="2023-01-30T15:22:21.849" v="1875"/>
          <ac:picMkLst>
            <pc:docMk/>
            <pc:sldMk cId="1115972108" sldId="278"/>
            <ac:picMk id="2" creationId="{9C40A5BE-1789-6B0C-BD3D-6D4EF15C5767}"/>
          </ac:picMkLst>
        </pc:picChg>
        <pc:picChg chg="del">
          <ac:chgData name="Ferrer-Bonsoms Hernandez, Juan Angel" userId="3ee72a98-c108-4a22-84cf-0fb1bff741c5" providerId="ADAL" clId="{27D78546-C880-444F-8CD5-E7186DEC6647}" dt="2023-01-30T15:17:59.804" v="1563" actId="478"/>
          <ac:picMkLst>
            <pc:docMk/>
            <pc:sldMk cId="1115972108" sldId="278"/>
            <ac:picMk id="22" creationId="{315E490C-298F-3331-59B8-8D37D680E8E2}"/>
          </ac:picMkLst>
        </pc:pic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0" creationId="{516DB8C1-9508-F170-0058-A6C55F665A72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1" creationId="{4EE13518-3A31-FDE2-4AEE-CBF3EC0D9E4E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2" creationId="{FBC000DA-3210-EFC9-D3E1-0D564A1EBFE0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4" creationId="{578B7E5B-B562-F820-26B8-20BE6151DE00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6" creationId="{572790FC-B0E9-15B9-689B-4113AC929B44}"/>
          </ac:inkMkLst>
        </pc:inkChg>
        <pc:inkChg chg="del">
          <ac:chgData name="Ferrer-Bonsoms Hernandez, Juan Angel" userId="3ee72a98-c108-4a22-84cf-0fb1bff741c5" providerId="ADAL" clId="{27D78546-C880-444F-8CD5-E7186DEC6647}" dt="2023-01-30T15:17:58.813" v="1562" actId="478"/>
          <ac:inkMkLst>
            <pc:docMk/>
            <pc:sldMk cId="1115972108" sldId="278"/>
            <ac:inkMk id="17" creationId="{1505F200-B0E4-1409-5CAE-24CAA41F0939}"/>
          </ac:inkMkLst>
        </pc:inkChg>
      </pc:sldChg>
      <pc:sldChg chg="add">
        <pc:chgData name="Ferrer-Bonsoms Hernandez, Juan Angel" userId="3ee72a98-c108-4a22-84cf-0fb1bff741c5" providerId="ADAL" clId="{27D78546-C880-444F-8CD5-E7186DEC6647}" dt="2023-01-30T15:31:23.481" v="2367"/>
        <pc:sldMkLst>
          <pc:docMk/>
          <pc:sldMk cId="1649271365" sldId="279"/>
        </pc:sldMkLst>
      </pc:sldChg>
    </pc:docChg>
  </pc:docChgLst>
  <pc:docChgLst>
    <pc:chgData name="Ferrer-Bonsoms Hernandez, Juan Angel" userId="3ee72a98-c108-4a22-84cf-0fb1bff741c5" providerId="ADAL" clId="{6F48326A-ED2E-254A-810F-3FFCE3448F68}"/>
    <pc:docChg chg="undo custSel addSld delSld modSld addSection delSection modSection">
      <pc:chgData name="Ferrer-Bonsoms Hernandez, Juan Angel" userId="3ee72a98-c108-4a22-84cf-0fb1bff741c5" providerId="ADAL" clId="{6F48326A-ED2E-254A-810F-3FFCE3448F68}" dt="2023-01-29T15:51:12.576" v="403" actId="2696"/>
      <pc:docMkLst>
        <pc:docMk/>
      </pc:docMkLst>
      <pc:sldChg chg="addSp delSp modSp mod">
        <pc:chgData name="Ferrer-Bonsoms Hernandez, Juan Angel" userId="3ee72a98-c108-4a22-84cf-0fb1bff741c5" providerId="ADAL" clId="{6F48326A-ED2E-254A-810F-3FFCE3448F68}" dt="2023-01-29T15:50:42.697" v="396" actId="2710"/>
        <pc:sldMkLst>
          <pc:docMk/>
          <pc:sldMk cId="3704739434" sldId="256"/>
        </pc:sldMkLst>
        <pc:spChg chg="mod">
          <ac:chgData name="Ferrer-Bonsoms Hernandez, Juan Angel" userId="3ee72a98-c108-4a22-84cf-0fb1bff741c5" providerId="ADAL" clId="{6F48326A-ED2E-254A-810F-3FFCE3448F68}" dt="2023-01-29T15:32:17.157" v="56" actId="20577"/>
          <ac:spMkLst>
            <pc:docMk/>
            <pc:sldMk cId="3704739434" sldId="256"/>
            <ac:spMk id="4" creationId="{A4CA938B-B7D3-C447-B6C4-6303AF8D57E2}"/>
          </ac:spMkLst>
        </pc:spChg>
        <pc:spChg chg="del mod">
          <ac:chgData name="Ferrer-Bonsoms Hernandez, Juan Angel" userId="3ee72a98-c108-4a22-84cf-0fb1bff741c5" providerId="ADAL" clId="{6F48326A-ED2E-254A-810F-3FFCE3448F68}" dt="2023-01-29T15:32:39.186" v="60" actId="478"/>
          <ac:spMkLst>
            <pc:docMk/>
            <pc:sldMk cId="3704739434" sldId="256"/>
            <ac:spMk id="5" creationId="{6D042C7A-7447-6A44-A2D3-3D4CEF12046B}"/>
          </ac:spMkLst>
        </pc:spChg>
        <pc:spChg chg="add mod">
          <ac:chgData name="Ferrer-Bonsoms Hernandez, Juan Angel" userId="3ee72a98-c108-4a22-84cf-0fb1bff741c5" providerId="ADAL" clId="{6F48326A-ED2E-254A-810F-3FFCE3448F68}" dt="2023-01-29T15:50:42.697" v="396" actId="2710"/>
          <ac:spMkLst>
            <pc:docMk/>
            <pc:sldMk cId="3704739434" sldId="256"/>
            <ac:spMk id="6" creationId="{071446DC-BD9F-404E-8E03-417BDE97A349}"/>
          </ac:spMkLst>
        </pc:spChg>
      </pc:sldChg>
      <pc:sldChg chg="addSp delSp modSp add del mod">
        <pc:chgData name="Ferrer-Bonsoms Hernandez, Juan Angel" userId="3ee72a98-c108-4a22-84cf-0fb1bff741c5" providerId="ADAL" clId="{6F48326A-ED2E-254A-810F-3FFCE3448F68}" dt="2023-01-29T15:33:48.321" v="70" actId="2696"/>
        <pc:sldMkLst>
          <pc:docMk/>
          <pc:sldMk cId="532895721" sldId="258"/>
        </pc:sldMkLst>
        <pc:spChg chg="del">
          <ac:chgData name="Ferrer-Bonsoms Hernandez, Juan Angel" userId="3ee72a98-c108-4a22-84cf-0fb1bff741c5" providerId="ADAL" clId="{6F48326A-ED2E-254A-810F-3FFCE3448F68}" dt="2023-01-29T15:32:59.306" v="63" actId="478"/>
          <ac:spMkLst>
            <pc:docMk/>
            <pc:sldMk cId="532895721" sldId="258"/>
            <ac:spMk id="5" creationId="{8AF9C6F0-DA1A-6343-864F-C05087C62217}"/>
          </ac:spMkLst>
        </pc:spChg>
        <pc:spChg chg="mod">
          <ac:chgData name="Ferrer-Bonsoms Hernandez, Juan Angel" userId="3ee72a98-c108-4a22-84cf-0fb1bff741c5" providerId="ADAL" clId="{6F48326A-ED2E-254A-810F-3FFCE3448F68}" dt="2023-01-29T15:33:11.763" v="66" actId="207"/>
          <ac:spMkLst>
            <pc:docMk/>
            <pc:sldMk cId="532895721" sldId="258"/>
            <ac:spMk id="6" creationId="{8CDF08A6-10FA-9348-9C67-8116C91980EF}"/>
          </ac:spMkLst>
        </pc:spChg>
        <pc:spChg chg="add del mod">
          <ac:chgData name="Ferrer-Bonsoms Hernandez, Juan Angel" userId="3ee72a98-c108-4a22-84cf-0fb1bff741c5" providerId="ADAL" clId="{6F48326A-ED2E-254A-810F-3FFCE3448F68}" dt="2023-01-29T15:33:45.847" v="69"/>
          <ac:spMkLst>
            <pc:docMk/>
            <pc:sldMk cId="532895721" sldId="258"/>
            <ac:spMk id="46" creationId="{B5480FE3-2F5C-6D48-8CA7-A4A5AE637DB7}"/>
          </ac:spMkLst>
        </pc:spChg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33290593" sldId="25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83672951" sldId="26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182672760" sldId="26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570479697" sldId="263"/>
        </pc:sldMkLst>
      </pc:sldChg>
      <pc:sldChg chg="addSp delSp modSp add del mod delAnim modAnim">
        <pc:chgData name="Ferrer-Bonsoms Hernandez, Juan Angel" userId="3ee72a98-c108-4a22-84cf-0fb1bff741c5" providerId="ADAL" clId="{6F48326A-ED2E-254A-810F-3FFCE3448F68}" dt="2023-01-29T15:45:03.827" v="272" actId="20577"/>
        <pc:sldMkLst>
          <pc:docMk/>
          <pc:sldMk cId="91414043" sldId="266"/>
        </pc:sldMkLst>
        <pc:spChg chg="del">
          <ac:chgData name="Ferrer-Bonsoms Hernandez, Juan Angel" userId="3ee72a98-c108-4a22-84cf-0fb1bff741c5" providerId="ADAL" clId="{6F48326A-ED2E-254A-810F-3FFCE3448F68}" dt="2023-01-29T15:33:29.028" v="67" actId="478"/>
          <ac:spMkLst>
            <pc:docMk/>
            <pc:sldMk cId="91414043" sldId="266"/>
            <ac:spMk id="5" creationId="{8AF9C6F0-DA1A-6343-864F-C05087C62217}"/>
          </ac:spMkLst>
        </pc:spChg>
        <pc:spChg chg="add del mod">
          <ac:chgData name="Ferrer-Bonsoms Hernandez, Juan Angel" userId="3ee72a98-c108-4a22-84cf-0fb1bff741c5" providerId="ADAL" clId="{6F48326A-ED2E-254A-810F-3FFCE3448F68}" dt="2023-01-29T15:34:54.105" v="97" actId="2085"/>
          <ac:spMkLst>
            <pc:docMk/>
            <pc:sldMk cId="91414043" sldId="266"/>
            <ac:spMk id="6" creationId="{8CDF08A6-10FA-9348-9C67-8116C91980EF}"/>
          </ac:spMkLst>
        </pc:spChg>
        <pc:spChg chg="mod">
          <ac:chgData name="Ferrer-Bonsoms Hernandez, Juan Angel" userId="3ee72a98-c108-4a22-84cf-0fb1bff741c5" providerId="ADAL" clId="{6F48326A-ED2E-254A-810F-3FFCE3448F68}" dt="2023-01-29T15:35:28.550" v="192" actId="20577"/>
          <ac:spMkLst>
            <pc:docMk/>
            <pc:sldMk cId="91414043" sldId="266"/>
            <ac:spMk id="15" creationId="{12D2CBB8-CDAF-684F-A9F2-5DC092116F68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3" creationId="{7D50231E-3777-0F49-AF59-3A5480EF9C21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4" creationId="{E0CD74DA-C47D-1D41-9978-FF99BA41AEF7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5" creationId="{83D70D72-404C-E248-9F51-215DDA62AD19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6" creationId="{6D3F2CAC-4FAD-1949-B26E-FC7690FE984C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7" creationId="{51D4B18B-D7FF-274A-A8F8-A1006211633C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8" creationId="{C9C3FE10-C44E-5A42-A9E1-42B070D86156}"/>
          </ac:spMkLst>
        </pc:spChg>
        <pc:spChg chg="del">
          <ac:chgData name="Ferrer-Bonsoms Hernandez, Juan Angel" userId="3ee72a98-c108-4a22-84cf-0fb1bff741c5" providerId="ADAL" clId="{6F48326A-ED2E-254A-810F-3FFCE3448F68}" dt="2023-01-29T15:35:36.536" v="193" actId="478"/>
          <ac:spMkLst>
            <pc:docMk/>
            <pc:sldMk cId="91414043" sldId="266"/>
            <ac:spMk id="39" creationId="{76D1AB29-7517-6E47-BF9E-2C0C109E261D}"/>
          </ac:spMkLst>
        </pc:spChg>
        <pc:spChg chg="del">
          <ac:chgData name="Ferrer-Bonsoms Hernandez, Juan Angel" userId="3ee72a98-c108-4a22-84cf-0fb1bff741c5" providerId="ADAL" clId="{6F48326A-ED2E-254A-810F-3FFCE3448F68}" dt="2023-01-29T15:35:39.324" v="194" actId="478"/>
          <ac:spMkLst>
            <pc:docMk/>
            <pc:sldMk cId="91414043" sldId="266"/>
            <ac:spMk id="151" creationId="{8020AA24-0962-0140-93E9-0885EE778194}"/>
          </ac:spMkLst>
        </pc:spChg>
        <pc:spChg chg="add mod">
          <ac:chgData name="Ferrer-Bonsoms Hernandez, Juan Angel" userId="3ee72a98-c108-4a22-84cf-0fb1bff741c5" providerId="ADAL" clId="{6F48326A-ED2E-254A-810F-3FFCE3448F68}" dt="2023-01-29T15:45:03.827" v="272" actId="20577"/>
          <ac:spMkLst>
            <pc:docMk/>
            <pc:sldMk cId="91414043" sldId="266"/>
            <ac:spMk id="215" creationId="{07C3DAAF-DAD8-5D44-8C08-F6268C896D96}"/>
          </ac:spMkLst>
        </pc:spChg>
        <pc:spChg chg="add mod">
          <ac:chgData name="Ferrer-Bonsoms Hernandez, Juan Angel" userId="3ee72a98-c108-4a22-84cf-0fb1bff741c5" providerId="ADAL" clId="{6F48326A-ED2E-254A-810F-3FFCE3448F68}" dt="2023-01-29T15:36:30.820" v="204" actId="1076"/>
          <ac:spMkLst>
            <pc:docMk/>
            <pc:sldMk cId="91414043" sldId="266"/>
            <ac:spMk id="217" creationId="{3874A52E-3043-8B40-8037-49F454AF69A7}"/>
          </ac:spMkLst>
        </pc:spChg>
        <pc:spChg chg="add mod">
          <ac:chgData name="Ferrer-Bonsoms Hernandez, Juan Angel" userId="3ee72a98-c108-4a22-84cf-0fb1bff741c5" providerId="ADAL" clId="{6F48326A-ED2E-254A-810F-3FFCE3448F68}" dt="2023-01-29T15:36:39.058" v="207" actId="1076"/>
          <ac:spMkLst>
            <pc:docMk/>
            <pc:sldMk cId="91414043" sldId="266"/>
            <ac:spMk id="219" creationId="{830C7C70-EA2F-7B44-BEB4-AAC4B3C13173}"/>
          </ac:spMkLst>
        </pc:spChg>
        <pc:spChg chg="add mod">
          <ac:chgData name="Ferrer-Bonsoms Hernandez, Juan Angel" userId="3ee72a98-c108-4a22-84cf-0fb1bff741c5" providerId="ADAL" clId="{6F48326A-ED2E-254A-810F-3FFCE3448F68}" dt="2023-01-29T15:36:42.915" v="208" actId="1076"/>
          <ac:spMkLst>
            <pc:docMk/>
            <pc:sldMk cId="91414043" sldId="266"/>
            <ac:spMk id="221" creationId="{B1D89837-8BF7-DD4A-B60B-1E262DF042A5}"/>
          </ac:spMkLst>
        </pc:spChg>
        <pc:spChg chg="del">
          <ac:chgData name="Ferrer-Bonsoms Hernandez, Juan Angel" userId="3ee72a98-c108-4a22-84cf-0fb1bff741c5" providerId="ADAL" clId="{6F48326A-ED2E-254A-810F-3FFCE3448F68}" dt="2023-01-29T15:35:48.568" v="197" actId="478"/>
          <ac:spMkLst>
            <pc:docMk/>
            <pc:sldMk cId="91414043" sldId="266"/>
            <ac:spMk id="234" creationId="{74517F34-2852-0B4D-AC2E-490750CDDFAE}"/>
          </ac:spMkLst>
        </pc:spChg>
        <pc:spChg chg="del">
          <ac:chgData name="Ferrer-Bonsoms Hernandez, Juan Angel" userId="3ee72a98-c108-4a22-84cf-0fb1bff741c5" providerId="ADAL" clId="{6F48326A-ED2E-254A-810F-3FFCE3448F68}" dt="2023-01-29T15:35:45.102" v="195" actId="478"/>
          <ac:spMkLst>
            <pc:docMk/>
            <pc:sldMk cId="91414043" sldId="266"/>
            <ac:spMk id="369" creationId="{1FB8F0D7-3578-474A-ACEF-39D9D2303959}"/>
          </ac:spMkLst>
        </pc:spChg>
        <pc:spChg chg="del mod">
          <ac:chgData name="Ferrer-Bonsoms Hernandez, Juan Angel" userId="3ee72a98-c108-4a22-84cf-0fb1bff741c5" providerId="ADAL" clId="{6F48326A-ED2E-254A-810F-3FFCE3448F68}" dt="2023-01-29T15:34:02.521" v="92" actId="478"/>
          <ac:spMkLst>
            <pc:docMk/>
            <pc:sldMk cId="91414043" sldId="266"/>
            <ac:spMk id="372" creationId="{E4B5A30D-5971-8347-BB89-DD44BB8F2830}"/>
          </ac:spMkLst>
        </pc:spChg>
        <pc:grpChg chg="del">
          <ac:chgData name="Ferrer-Bonsoms Hernandez, Juan Angel" userId="3ee72a98-c108-4a22-84cf-0fb1bff741c5" providerId="ADAL" clId="{6F48326A-ED2E-254A-810F-3FFCE3448F68}" dt="2023-01-29T15:35:36.536" v="193" actId="478"/>
          <ac:grpSpMkLst>
            <pc:docMk/>
            <pc:sldMk cId="91414043" sldId="266"/>
            <ac:grpSpMk id="2" creationId="{4336ACDF-A6DF-2B4D-BD5E-DED4C12B2D86}"/>
          </ac:grpSpMkLst>
        </pc:grpChg>
        <pc:grpChg chg="del">
          <ac:chgData name="Ferrer-Bonsoms Hernandez, Juan Angel" userId="3ee72a98-c108-4a22-84cf-0fb1bff741c5" providerId="ADAL" clId="{6F48326A-ED2E-254A-810F-3FFCE3448F68}" dt="2023-01-29T15:35:36.536" v="193" actId="478"/>
          <ac:grpSpMkLst>
            <pc:docMk/>
            <pc:sldMk cId="91414043" sldId="266"/>
            <ac:grpSpMk id="1047" creationId="{D0BB3283-27C1-7F4C-AF29-34885DDA27EB}"/>
          </ac:grpSpMkLst>
        </pc:grpChg>
        <pc:grpChg chg="del">
          <ac:chgData name="Ferrer-Bonsoms Hernandez, Juan Angel" userId="3ee72a98-c108-4a22-84cf-0fb1bff741c5" providerId="ADAL" clId="{6F48326A-ED2E-254A-810F-3FFCE3448F68}" dt="2023-01-29T15:35:46.311" v="196" actId="478"/>
          <ac:grpSpMkLst>
            <pc:docMk/>
            <pc:sldMk cId="91414043" sldId="266"/>
            <ac:grpSpMk id="1050" creationId="{673AD98D-2887-1447-B3EB-048A6AEA1274}"/>
          </ac:grpSpMkLst>
        </pc:grpChg>
        <pc:grpChg chg="del">
          <ac:chgData name="Ferrer-Bonsoms Hernandez, Juan Angel" userId="3ee72a98-c108-4a22-84cf-0fb1bff741c5" providerId="ADAL" clId="{6F48326A-ED2E-254A-810F-3FFCE3448F68}" dt="2023-01-29T15:35:36.536" v="193" actId="478"/>
          <ac:grpSpMkLst>
            <pc:docMk/>
            <pc:sldMk cId="91414043" sldId="266"/>
            <ac:grpSpMk id="1052" creationId="{F5AB00B2-27CF-0344-B705-24AB703CF6C1}"/>
          </ac:grpSpMkLst>
        </pc:grpChg>
        <pc:picChg chg="add mod">
          <ac:chgData name="Ferrer-Bonsoms Hernandez, Juan Angel" userId="3ee72a98-c108-4a22-84cf-0fb1bff741c5" providerId="ADAL" clId="{6F48326A-ED2E-254A-810F-3FFCE3448F68}" dt="2023-01-29T15:36:08.643" v="198"/>
          <ac:picMkLst>
            <pc:docMk/>
            <pc:sldMk cId="91414043" sldId="266"/>
            <ac:picMk id="216" creationId="{9629AC52-294C-4F43-BA6C-D31CE5EAE597}"/>
          </ac:picMkLst>
        </pc:picChg>
        <pc:picChg chg="add mod">
          <ac:chgData name="Ferrer-Bonsoms Hernandez, Juan Angel" userId="3ee72a98-c108-4a22-84cf-0fb1bff741c5" providerId="ADAL" clId="{6F48326A-ED2E-254A-810F-3FFCE3448F68}" dt="2023-01-29T15:36:08.643" v="198"/>
          <ac:picMkLst>
            <pc:docMk/>
            <pc:sldMk cId="91414043" sldId="266"/>
            <ac:picMk id="218" creationId="{28AC0D94-A14C-514D-8BD8-A7655CB19837}"/>
          </ac:picMkLst>
        </pc:picChg>
        <pc:picChg chg="add mod">
          <ac:chgData name="Ferrer-Bonsoms Hernandez, Juan Angel" userId="3ee72a98-c108-4a22-84cf-0fb1bff741c5" providerId="ADAL" clId="{6F48326A-ED2E-254A-810F-3FFCE3448F68}" dt="2023-01-29T15:36:08.643" v="198"/>
          <ac:picMkLst>
            <pc:docMk/>
            <pc:sldMk cId="91414043" sldId="266"/>
            <ac:picMk id="220" creationId="{6FFBF0A4-BD09-3743-8AA5-BE72ED32B4F4}"/>
          </ac:picMkLst>
        </pc:picChg>
        <pc:cxnChg chg="mod">
          <ac:chgData name="Ferrer-Bonsoms Hernandez, Juan Angel" userId="3ee72a98-c108-4a22-84cf-0fb1bff741c5" providerId="ADAL" clId="{6F48326A-ED2E-254A-810F-3FFCE3448F68}" dt="2023-01-29T15:35:11.421" v="168" actId="1035"/>
          <ac:cxnSpMkLst>
            <pc:docMk/>
            <pc:sldMk cId="91414043" sldId="266"/>
            <ac:cxnSpMk id="13" creationId="{707D1D1A-3BD3-9C40-A5E0-96768274FAF7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16" creationId="{965C8ED5-9B6E-214B-A84C-ED463F488001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21" creationId="{1CB9B0EC-C217-6746-9775-EBA16E782597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26" creationId="{C174284B-CFC2-0042-82E5-62C6A066761D}"/>
          </ac:cxnSpMkLst>
        </pc:cxnChg>
        <pc:cxnChg chg="del 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2" creationId="{79118464-B185-4048-983D-71CCC6A31BC4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33" creationId="{EBD5D640-B189-914B-B7B8-8367F7737698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40" creationId="{147287D1-D303-2C40-8BEF-F8CBE6C53F40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44" creationId="{373E8E86-754E-B74F-AF79-A528DE085B93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48" creationId="{C3C203D7-9059-B14F-AE6F-41941A959174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52" creationId="{C07A0982-9125-A44F-9881-DF33BC914643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56" creationId="{392EE56D-CD99-E54D-A5EC-DF9481E06B83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60" creationId="{FA8ED6A3-6941-574A-AFDC-DA2FC36A2835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64" creationId="{440F1DFC-E8AC-664D-90F6-463445B0F365}"/>
          </ac:cxnSpMkLst>
        </pc:cxnChg>
        <pc:cxnChg chg="mod">
          <ac:chgData name="Ferrer-Bonsoms Hernandez, Juan Angel" userId="3ee72a98-c108-4a22-84cf-0fb1bff741c5" providerId="ADAL" clId="{6F48326A-ED2E-254A-810F-3FFCE3448F68}" dt="2023-01-29T15:35:36.536" v="193" actId="478"/>
          <ac:cxnSpMkLst>
            <pc:docMk/>
            <pc:sldMk cId="91414043" sldId="266"/>
            <ac:cxnSpMk id="368" creationId="{8A6603C3-2A6A-8E43-9303-1BC320E8519C}"/>
          </ac:cxnSpMkLst>
        </pc:cxnChg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531154357" sldId="26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600896903" sldId="27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566237440" sldId="27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773274121" sldId="29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076581533" sldId="29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061434043" sldId="29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295761892" sldId="29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8804831" sldId="29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30342666" sldId="30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688038354" sldId="30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167335313" sldId="30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55939915" sldId="30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96262665" sldId="30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760165653" sldId="31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444713460" sldId="31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2672705" sldId="31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990189528" sldId="31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324035267" sldId="31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25029814" sldId="31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41579790" sldId="32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112676667" sldId="32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21336290" sldId="32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081102635" sldId="32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224495326" sldId="32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265562963" sldId="32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130711131" sldId="33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34793452" sldId="33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528707327" sldId="33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113111149" sldId="33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740634989" sldId="33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84343253" sldId="33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161518795" sldId="33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31936719" sldId="34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296825125" sldId="34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45609941" sldId="34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602770251" sldId="34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43238490" sldId="35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218441142" sldId="35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36378887" sldId="35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484746493" sldId="35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625717382" sldId="35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321372196" sldId="35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34376411" sldId="35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41684124" sldId="35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471014522" sldId="36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13117910" sldId="36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60521640" sldId="36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978070362" sldId="37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214728025" sldId="37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240048671" sldId="37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91353421" sldId="37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138369018" sldId="37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886073780" sldId="37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10746556" sldId="37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03747764" sldId="37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897887063" sldId="37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161175982" sldId="38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484635363" sldId="38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060506821" sldId="38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947082313" sldId="38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658821637" sldId="38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26841941" sldId="38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491083453" sldId="38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789759176" sldId="39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742285275" sldId="39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65865790" sldId="39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55603545" sldId="39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484328419" sldId="39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890914359" sldId="396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69192665" sldId="397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398716981" sldId="39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69074238" sldId="40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013342353" sldId="40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317888891" sldId="402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862504414" sldId="403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449711525" sldId="404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569699466" sldId="405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665244872" sldId="408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172202056" sldId="409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1895237710" sldId="410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3594726673" sldId="411"/>
        </pc:sldMkLst>
      </pc:sldChg>
      <pc:sldChg chg="add del">
        <pc:chgData name="Ferrer-Bonsoms Hernandez, Juan Angel" userId="3ee72a98-c108-4a22-84cf-0fb1bff741c5" providerId="ADAL" clId="{6F48326A-ED2E-254A-810F-3FFCE3448F68}" dt="2023-01-29T15:37:50.584" v="235" actId="2696"/>
        <pc:sldMkLst>
          <pc:docMk/>
          <pc:sldMk cId="2780890942" sldId="412"/>
        </pc:sldMkLst>
      </pc:sldChg>
      <pc:sldChg chg="addSp delSp modSp add mod">
        <pc:chgData name="Ferrer-Bonsoms Hernandez, Juan Angel" userId="3ee72a98-c108-4a22-84cf-0fb1bff741c5" providerId="ADAL" clId="{6F48326A-ED2E-254A-810F-3FFCE3448F68}" dt="2023-01-29T15:44:34.945" v="254" actId="20577"/>
        <pc:sldMkLst>
          <pc:docMk/>
          <pc:sldMk cId="639155545" sldId="413"/>
        </pc:sldMkLst>
        <pc:spChg chg="mod">
          <ac:chgData name="Ferrer-Bonsoms Hernandez, Juan Angel" userId="3ee72a98-c108-4a22-84cf-0fb1bff741c5" providerId="ADAL" clId="{6F48326A-ED2E-254A-810F-3FFCE3448F68}" dt="2023-01-29T15:44:34.945" v="254" actId="20577"/>
          <ac:spMkLst>
            <pc:docMk/>
            <pc:sldMk cId="639155545" sldId="413"/>
            <ac:spMk id="15" creationId="{12D2CBB8-CDAF-684F-A9F2-5DC092116F68}"/>
          </ac:spMkLst>
        </pc:spChg>
        <pc:spChg chg="del">
          <ac:chgData name="Ferrer-Bonsoms Hernandez, Juan Angel" userId="3ee72a98-c108-4a22-84cf-0fb1bff741c5" providerId="ADAL" clId="{6F48326A-ED2E-254A-810F-3FFCE3448F68}" dt="2023-01-29T15:37:25.979" v="226" actId="478"/>
          <ac:spMkLst>
            <pc:docMk/>
            <pc:sldMk cId="639155545" sldId="413"/>
            <ac:spMk id="215" creationId="{07C3DAAF-DAD8-5D44-8C08-F6268C896D96}"/>
          </ac:spMkLst>
        </pc:spChg>
        <pc:spChg chg="del">
          <ac:chgData name="Ferrer-Bonsoms Hernandez, Juan Angel" userId="3ee72a98-c108-4a22-84cf-0fb1bff741c5" providerId="ADAL" clId="{6F48326A-ED2E-254A-810F-3FFCE3448F68}" dt="2023-01-29T15:37:31.183" v="231" actId="478"/>
          <ac:spMkLst>
            <pc:docMk/>
            <pc:sldMk cId="639155545" sldId="413"/>
            <ac:spMk id="217" creationId="{3874A52E-3043-8B40-8037-49F454AF69A7}"/>
          </ac:spMkLst>
        </pc:spChg>
        <pc:spChg chg="del">
          <ac:chgData name="Ferrer-Bonsoms Hernandez, Juan Angel" userId="3ee72a98-c108-4a22-84cf-0fb1bff741c5" providerId="ADAL" clId="{6F48326A-ED2E-254A-810F-3FFCE3448F68}" dt="2023-01-29T15:37:29.667" v="230" actId="478"/>
          <ac:spMkLst>
            <pc:docMk/>
            <pc:sldMk cId="639155545" sldId="413"/>
            <ac:spMk id="219" creationId="{830C7C70-EA2F-7B44-BEB4-AAC4B3C13173}"/>
          </ac:spMkLst>
        </pc:spChg>
        <pc:spChg chg="del">
          <ac:chgData name="Ferrer-Bonsoms Hernandez, Juan Angel" userId="3ee72a98-c108-4a22-84cf-0fb1bff741c5" providerId="ADAL" clId="{6F48326A-ED2E-254A-810F-3FFCE3448F68}" dt="2023-01-29T15:37:33.093" v="232" actId="478"/>
          <ac:spMkLst>
            <pc:docMk/>
            <pc:sldMk cId="639155545" sldId="413"/>
            <ac:spMk id="221" creationId="{B1D89837-8BF7-DD4A-B60B-1E262DF042A5}"/>
          </ac:spMkLst>
        </pc:spChg>
        <pc:picChg chg="add mod">
          <ac:chgData name="Ferrer-Bonsoms Hernandez, Juan Angel" userId="3ee72a98-c108-4a22-84cf-0fb1bff741c5" providerId="ADAL" clId="{6F48326A-ED2E-254A-810F-3FFCE3448F68}" dt="2023-01-29T15:44:25.520" v="243"/>
          <ac:picMkLst>
            <pc:docMk/>
            <pc:sldMk cId="639155545" sldId="413"/>
            <ac:picMk id="14" creationId="{9A6B6F10-1098-AF4F-ADB2-950DEE7F1464}"/>
          </ac:picMkLst>
        </pc:picChg>
        <pc:picChg chg="del">
          <ac:chgData name="Ferrer-Bonsoms Hernandez, Juan Angel" userId="3ee72a98-c108-4a22-84cf-0fb1bff741c5" providerId="ADAL" clId="{6F48326A-ED2E-254A-810F-3FFCE3448F68}" dt="2023-01-29T15:37:27.514" v="228" actId="478"/>
          <ac:picMkLst>
            <pc:docMk/>
            <pc:sldMk cId="639155545" sldId="413"/>
            <ac:picMk id="216" creationId="{9629AC52-294C-4F43-BA6C-D31CE5EAE597}"/>
          </ac:picMkLst>
        </pc:picChg>
        <pc:picChg chg="del">
          <ac:chgData name="Ferrer-Bonsoms Hernandez, Juan Angel" userId="3ee72a98-c108-4a22-84cf-0fb1bff741c5" providerId="ADAL" clId="{6F48326A-ED2E-254A-810F-3FFCE3448F68}" dt="2023-01-29T15:37:28.331" v="229" actId="478"/>
          <ac:picMkLst>
            <pc:docMk/>
            <pc:sldMk cId="639155545" sldId="413"/>
            <ac:picMk id="218" creationId="{28AC0D94-A14C-514D-8BD8-A7655CB19837}"/>
          </ac:picMkLst>
        </pc:picChg>
        <pc:picChg chg="del">
          <ac:chgData name="Ferrer-Bonsoms Hernandez, Juan Angel" userId="3ee72a98-c108-4a22-84cf-0fb1bff741c5" providerId="ADAL" clId="{6F48326A-ED2E-254A-810F-3FFCE3448F68}" dt="2023-01-29T15:37:26.760" v="227" actId="478"/>
          <ac:picMkLst>
            <pc:docMk/>
            <pc:sldMk cId="639155545" sldId="413"/>
            <ac:picMk id="220" creationId="{6FFBF0A4-BD09-3743-8AA5-BE72ED32B4F4}"/>
          </ac:picMkLst>
        </pc:picChg>
      </pc:sldChg>
      <pc:sldChg chg="addSp modSp add del mod">
        <pc:chgData name="Ferrer-Bonsoms Hernandez, Juan Angel" userId="3ee72a98-c108-4a22-84cf-0fb1bff741c5" providerId="ADAL" clId="{6F48326A-ED2E-254A-810F-3FFCE3448F68}" dt="2023-01-29T15:51:12.576" v="403" actId="2696"/>
        <pc:sldMkLst>
          <pc:docMk/>
          <pc:sldMk cId="3657321759" sldId="414"/>
        </pc:sldMkLst>
        <pc:spChg chg="add mod">
          <ac:chgData name="Ferrer-Bonsoms Hernandez, Juan Angel" userId="3ee72a98-c108-4a22-84cf-0fb1bff741c5" providerId="ADAL" clId="{6F48326A-ED2E-254A-810F-3FFCE3448F68}" dt="2023-01-29T15:51:04.112" v="402" actId="20577"/>
          <ac:spMkLst>
            <pc:docMk/>
            <pc:sldMk cId="3657321759" sldId="414"/>
            <ac:spMk id="7" creationId="{62B21A85-E17A-3F4C-B920-F687A1420FE4}"/>
          </ac:spMkLst>
        </pc:spChg>
        <pc:spChg chg="mod">
          <ac:chgData name="Ferrer-Bonsoms Hernandez, Juan Angel" userId="3ee72a98-c108-4a22-84cf-0fb1bff741c5" providerId="ADAL" clId="{6F48326A-ED2E-254A-810F-3FFCE3448F68}" dt="2023-01-29T15:45:18.041" v="275" actId="20577"/>
          <ac:spMkLst>
            <pc:docMk/>
            <pc:sldMk cId="3657321759" sldId="414"/>
            <ac:spMk id="15" creationId="{12D2CBB8-CDAF-684F-A9F2-5DC092116F68}"/>
          </ac:spMkLst>
        </pc:spChg>
      </pc:sldChg>
      <pc:sldChg chg="addSp add del">
        <pc:chgData name="Ferrer-Bonsoms Hernandez, Juan Angel" userId="3ee72a98-c108-4a22-84cf-0fb1bff741c5" providerId="ADAL" clId="{6F48326A-ED2E-254A-810F-3FFCE3448F68}" dt="2023-01-29T15:44:27.593" v="244" actId="2696"/>
        <pc:sldMkLst>
          <pc:docMk/>
          <pc:sldMk cId="2873900827" sldId="415"/>
        </pc:sldMkLst>
        <pc:picChg chg="add">
          <ac:chgData name="Ferrer-Bonsoms Hernandez, Juan Angel" userId="3ee72a98-c108-4a22-84cf-0fb1bff741c5" providerId="ADAL" clId="{6F48326A-ED2E-254A-810F-3FFCE3448F68}" dt="2023-01-29T15:38:43.101" v="242"/>
          <ac:picMkLst>
            <pc:docMk/>
            <pc:sldMk cId="2873900827" sldId="415"/>
            <ac:picMk id="2" creationId="{5C83C720-544F-AD4D-ABB8-6EDF631FA11E}"/>
          </ac:picMkLst>
        </pc:picChg>
      </pc:sldChg>
    </pc:docChg>
  </pc:docChgLst>
  <pc:docChgLst>
    <pc:chgData name="Ferrer-Bonsoms Hernandez, Juan Angel" userId="3ee72a98-c108-4a22-84cf-0fb1bff741c5" providerId="ADAL" clId="{D2565D78-CD43-BF4E-9979-7DAFE9AC528F}"/>
    <pc:docChg chg="undo custSel addSld delSld modSld modSection">
      <pc:chgData name="Ferrer-Bonsoms Hernandez, Juan Angel" userId="3ee72a98-c108-4a22-84cf-0fb1bff741c5" providerId="ADAL" clId="{D2565D78-CD43-BF4E-9979-7DAFE9AC528F}" dt="2023-01-29T17:46:01.992" v="1724" actId="20577"/>
      <pc:docMkLst>
        <pc:docMk/>
      </pc:docMkLst>
      <pc:sldChg chg="modSp mod">
        <pc:chgData name="Ferrer-Bonsoms Hernandez, Juan Angel" userId="3ee72a98-c108-4a22-84cf-0fb1bff741c5" providerId="ADAL" clId="{D2565D78-CD43-BF4E-9979-7DAFE9AC528F}" dt="2023-01-29T15:53:11.588" v="14" actId="1076"/>
        <pc:sldMkLst>
          <pc:docMk/>
          <pc:sldMk cId="3704739434" sldId="256"/>
        </pc:sldMkLst>
        <pc:spChg chg="mod">
          <ac:chgData name="Ferrer-Bonsoms Hernandez, Juan Angel" userId="3ee72a98-c108-4a22-84cf-0fb1bff741c5" providerId="ADAL" clId="{D2565D78-CD43-BF4E-9979-7DAFE9AC528F}" dt="2023-01-29T15:53:11.588" v="14" actId="1076"/>
          <ac:spMkLst>
            <pc:docMk/>
            <pc:sldMk cId="3704739434" sldId="256"/>
            <ac:spMk id="6" creationId="{071446DC-BD9F-404E-8E03-417BDE97A349}"/>
          </ac:spMkLst>
        </pc:spChg>
      </pc:sldChg>
      <pc:sldChg chg="addSp delSp modSp mod">
        <pc:chgData name="Ferrer-Bonsoms Hernandez, Juan Angel" userId="3ee72a98-c108-4a22-84cf-0fb1bff741c5" providerId="ADAL" clId="{D2565D78-CD43-BF4E-9979-7DAFE9AC528F}" dt="2023-01-29T15:54:49.320" v="43"/>
        <pc:sldMkLst>
          <pc:docMk/>
          <pc:sldMk cId="91414043" sldId="266"/>
        </pc:sldMkLst>
        <pc:spChg chg="mod">
          <ac:chgData name="Ferrer-Bonsoms Hernandez, Juan Angel" userId="3ee72a98-c108-4a22-84cf-0fb1bff741c5" providerId="ADAL" clId="{D2565D78-CD43-BF4E-9979-7DAFE9AC528F}" dt="2023-01-29T15:53:20.117" v="26" actId="20577"/>
          <ac:spMkLst>
            <pc:docMk/>
            <pc:sldMk cId="91414043" sldId="266"/>
            <ac:spMk id="15" creationId="{12D2CBB8-CDAF-684F-A9F2-5DC092116F68}"/>
          </ac:spMkLst>
        </pc:spChg>
        <pc:spChg chg="add mod">
          <ac:chgData name="Ferrer-Bonsoms Hernandez, Juan Angel" userId="3ee72a98-c108-4a22-84cf-0fb1bff741c5" providerId="ADAL" clId="{D2565D78-CD43-BF4E-9979-7DAFE9AC528F}" dt="2023-01-29T15:54:40.026" v="40"/>
          <ac:spMkLst>
            <pc:docMk/>
            <pc:sldMk cId="91414043" sldId="266"/>
            <ac:spMk id="16" creationId="{016F21B9-BB29-374C-9A20-9C77130F45FB}"/>
          </ac:spMkLst>
        </pc:spChg>
        <pc:spChg chg="del">
          <ac:chgData name="Ferrer-Bonsoms Hernandez, Juan Angel" userId="3ee72a98-c108-4a22-84cf-0fb1bff741c5" providerId="ADAL" clId="{D2565D78-CD43-BF4E-9979-7DAFE9AC528F}" dt="2023-01-29T15:53:24.068" v="27" actId="478"/>
          <ac:spMkLst>
            <pc:docMk/>
            <pc:sldMk cId="91414043" sldId="266"/>
            <ac:spMk id="215" creationId="{07C3DAAF-DAD8-5D44-8C08-F6268C896D96}"/>
          </ac:spMkLst>
        </pc:spChg>
        <pc:spChg chg="del">
          <ac:chgData name="Ferrer-Bonsoms Hernandez, Juan Angel" userId="3ee72a98-c108-4a22-84cf-0fb1bff741c5" providerId="ADAL" clId="{D2565D78-CD43-BF4E-9979-7DAFE9AC528F}" dt="2023-01-29T15:53:28.596" v="32" actId="478"/>
          <ac:spMkLst>
            <pc:docMk/>
            <pc:sldMk cId="91414043" sldId="266"/>
            <ac:spMk id="217" creationId="{3874A52E-3043-8B40-8037-49F454AF69A7}"/>
          </ac:spMkLst>
        </pc:spChg>
        <pc:spChg chg="del">
          <ac:chgData name="Ferrer-Bonsoms Hernandez, Juan Angel" userId="3ee72a98-c108-4a22-84cf-0fb1bff741c5" providerId="ADAL" clId="{D2565D78-CD43-BF4E-9979-7DAFE9AC528F}" dt="2023-01-29T15:53:27.322" v="31" actId="478"/>
          <ac:spMkLst>
            <pc:docMk/>
            <pc:sldMk cId="91414043" sldId="266"/>
            <ac:spMk id="219" creationId="{830C7C70-EA2F-7B44-BEB4-AAC4B3C13173}"/>
          </ac:spMkLst>
        </pc:spChg>
        <pc:spChg chg="del">
          <ac:chgData name="Ferrer-Bonsoms Hernandez, Juan Angel" userId="3ee72a98-c108-4a22-84cf-0fb1bff741c5" providerId="ADAL" clId="{D2565D78-CD43-BF4E-9979-7DAFE9AC528F}" dt="2023-01-29T15:53:29.907" v="33" actId="478"/>
          <ac:spMkLst>
            <pc:docMk/>
            <pc:sldMk cId="91414043" sldId="266"/>
            <ac:spMk id="221" creationId="{B1D89837-8BF7-DD4A-B60B-1E262DF042A5}"/>
          </ac:spMkLst>
        </pc:spChg>
        <pc:picChg chg="add mod">
          <ac:chgData name="Ferrer-Bonsoms Hernandez, Juan Angel" userId="3ee72a98-c108-4a22-84cf-0fb1bff741c5" providerId="ADAL" clId="{D2565D78-CD43-BF4E-9979-7DAFE9AC528F}" dt="2023-01-29T15:54:45.598" v="41" actId="1076"/>
          <ac:picMkLst>
            <pc:docMk/>
            <pc:sldMk cId="91414043" sldId="266"/>
            <ac:picMk id="14" creationId="{DEB85380-8CA6-C346-BDFB-7406A70FA94D}"/>
          </ac:picMkLst>
        </pc:picChg>
        <pc:picChg chg="add mod">
          <ac:chgData name="Ferrer-Bonsoms Hernandez, Juan Angel" userId="3ee72a98-c108-4a22-84cf-0fb1bff741c5" providerId="ADAL" clId="{D2565D78-CD43-BF4E-9979-7DAFE9AC528F}" dt="2023-01-29T15:54:49.320" v="43"/>
          <ac:picMkLst>
            <pc:docMk/>
            <pc:sldMk cId="91414043" sldId="266"/>
            <ac:picMk id="17" creationId="{0E03ACB8-4CE4-5D49-A075-3B11B0B10A16}"/>
          </ac:picMkLst>
        </pc:picChg>
        <pc:picChg chg="del">
          <ac:chgData name="Ferrer-Bonsoms Hernandez, Juan Angel" userId="3ee72a98-c108-4a22-84cf-0fb1bff741c5" providerId="ADAL" clId="{D2565D78-CD43-BF4E-9979-7DAFE9AC528F}" dt="2023-01-29T15:53:25.162" v="29" actId="478"/>
          <ac:picMkLst>
            <pc:docMk/>
            <pc:sldMk cId="91414043" sldId="266"/>
            <ac:picMk id="216" creationId="{9629AC52-294C-4F43-BA6C-D31CE5EAE597}"/>
          </ac:picMkLst>
        </pc:picChg>
        <pc:picChg chg="del">
          <ac:chgData name="Ferrer-Bonsoms Hernandez, Juan Angel" userId="3ee72a98-c108-4a22-84cf-0fb1bff741c5" providerId="ADAL" clId="{D2565D78-CD43-BF4E-9979-7DAFE9AC528F}" dt="2023-01-29T15:53:25.653" v="30" actId="478"/>
          <ac:picMkLst>
            <pc:docMk/>
            <pc:sldMk cId="91414043" sldId="266"/>
            <ac:picMk id="218" creationId="{28AC0D94-A14C-514D-8BD8-A7655CB19837}"/>
          </ac:picMkLst>
        </pc:picChg>
        <pc:picChg chg="del">
          <ac:chgData name="Ferrer-Bonsoms Hernandez, Juan Angel" userId="3ee72a98-c108-4a22-84cf-0fb1bff741c5" providerId="ADAL" clId="{D2565D78-CD43-BF4E-9979-7DAFE9AC528F}" dt="2023-01-29T15:53:24.758" v="28" actId="478"/>
          <ac:picMkLst>
            <pc:docMk/>
            <pc:sldMk cId="91414043" sldId="266"/>
            <ac:picMk id="220" creationId="{6FFBF0A4-BD09-3743-8AA5-BE72ED32B4F4}"/>
          </ac:picMkLst>
        </pc:picChg>
        <pc:picChg chg="del">
          <ac:chgData name="Ferrer-Bonsoms Hernandez, Juan Angel" userId="3ee72a98-c108-4a22-84cf-0fb1bff741c5" providerId="ADAL" clId="{D2565D78-CD43-BF4E-9979-7DAFE9AC528F}" dt="2023-01-29T15:54:48.321" v="42" actId="21"/>
          <ac:picMkLst>
            <pc:docMk/>
            <pc:sldMk cId="91414043" sldId="266"/>
            <ac:picMk id="380" creationId="{127D6B3B-E745-B44F-8E29-DA8F923186ED}"/>
          </ac:picMkLst>
        </pc:picChg>
      </pc:sldChg>
      <pc:sldChg chg="addSp delSp modSp add mod modNotesTx">
        <pc:chgData name="Ferrer-Bonsoms Hernandez, Juan Angel" userId="3ee72a98-c108-4a22-84cf-0fb1bff741c5" providerId="ADAL" clId="{D2565D78-CD43-BF4E-9979-7DAFE9AC528F}" dt="2023-01-29T17:09:15.090" v="925" actId="1076"/>
        <pc:sldMkLst>
          <pc:docMk/>
          <pc:sldMk cId="3117759593" sldId="267"/>
        </pc:sldMkLst>
        <pc:spChg chg="add mod">
          <ac:chgData name="Ferrer-Bonsoms Hernandez, Juan Angel" userId="3ee72a98-c108-4a22-84cf-0fb1bff741c5" providerId="ADAL" clId="{D2565D78-CD43-BF4E-9979-7DAFE9AC528F}" dt="2023-01-29T16:45:06.607" v="665" actId="20577"/>
          <ac:spMkLst>
            <pc:docMk/>
            <pc:sldMk cId="3117759593" sldId="267"/>
            <ac:spMk id="14" creationId="{8396A141-FF78-764B-AF73-6F2B62726EE5}"/>
          </ac:spMkLst>
        </pc:spChg>
        <pc:spChg chg="mod">
          <ac:chgData name="Ferrer-Bonsoms Hernandez, Juan Angel" userId="3ee72a98-c108-4a22-84cf-0fb1bff741c5" providerId="ADAL" clId="{D2565D78-CD43-BF4E-9979-7DAFE9AC528F}" dt="2023-01-29T17:04:34.808" v="915" actId="20577"/>
          <ac:spMkLst>
            <pc:docMk/>
            <pc:sldMk cId="3117759593" sldId="267"/>
            <ac:spMk id="15" creationId="{12D2CBB8-CDAF-684F-A9F2-5DC092116F68}"/>
          </ac:spMkLst>
        </pc:spChg>
        <pc:spChg chg="add mod">
          <ac:chgData name="Ferrer-Bonsoms Hernandez, Juan Angel" userId="3ee72a98-c108-4a22-84cf-0fb1bff741c5" providerId="ADAL" clId="{D2565D78-CD43-BF4E-9979-7DAFE9AC528F}" dt="2023-01-29T17:09:15.090" v="925" actId="1076"/>
          <ac:spMkLst>
            <pc:docMk/>
            <pc:sldMk cId="3117759593" sldId="267"/>
            <ac:spMk id="16" creationId="{AC35EBAC-A78E-AD42-8530-77F608DB1653}"/>
          </ac:spMkLst>
        </pc:spChg>
        <pc:spChg chg="add mod">
          <ac:chgData name="Ferrer-Bonsoms Hernandez, Juan Angel" userId="3ee72a98-c108-4a22-84cf-0fb1bff741c5" providerId="ADAL" clId="{D2565D78-CD43-BF4E-9979-7DAFE9AC528F}" dt="2023-01-29T16:45:58.801" v="672" actId="208"/>
          <ac:spMkLst>
            <pc:docMk/>
            <pc:sldMk cId="3117759593" sldId="267"/>
            <ac:spMk id="18" creationId="{8F81FF34-2219-364F-9562-CD89298D187B}"/>
          </ac:spMkLst>
        </pc:spChg>
        <pc:grpChg chg="add mod">
          <ac:chgData name="Ferrer-Bonsoms Hernandez, Juan Angel" userId="3ee72a98-c108-4a22-84cf-0fb1bff741c5" providerId="ADAL" clId="{D2565D78-CD43-BF4E-9979-7DAFE9AC528F}" dt="2023-01-29T16:47:26.677" v="871" actId="1036"/>
          <ac:grpSpMkLst>
            <pc:docMk/>
            <pc:sldMk cId="3117759593" sldId="267"/>
            <ac:grpSpMk id="19" creationId="{9D67F742-2D4C-EA4F-B922-F7CBCDCBBBEF}"/>
          </ac:grpSpMkLst>
        </pc:grpChg>
        <pc:picChg chg="add mod">
          <ac:chgData name="Ferrer-Bonsoms Hernandez, Juan Angel" userId="3ee72a98-c108-4a22-84cf-0fb1bff741c5" providerId="ADAL" clId="{D2565D78-CD43-BF4E-9979-7DAFE9AC528F}" dt="2023-01-29T16:28:32.627" v="58" actId="1076"/>
          <ac:picMkLst>
            <pc:docMk/>
            <pc:sldMk cId="3117759593" sldId="267"/>
            <ac:picMk id="2" creationId="{A2F792DF-6D18-B349-8904-ED0DF26E575A}"/>
          </ac:picMkLst>
        </pc:picChg>
        <pc:picChg chg="add mod modCrop">
          <ac:chgData name="Ferrer-Bonsoms Hernandez, Juan Angel" userId="3ee72a98-c108-4a22-84cf-0fb1bff741c5" providerId="ADAL" clId="{D2565D78-CD43-BF4E-9979-7DAFE9AC528F}" dt="2023-01-29T16:40:01.117" v="453" actId="1076"/>
          <ac:picMkLst>
            <pc:docMk/>
            <pc:sldMk cId="3117759593" sldId="267"/>
            <ac:picMk id="12" creationId="{1430B46A-3A69-0E49-A0BD-36A356088258}"/>
          </ac:picMkLst>
        </pc:picChg>
        <pc:picChg chg="add mod">
          <ac:chgData name="Ferrer-Bonsoms Hernandez, Juan Angel" userId="3ee72a98-c108-4a22-84cf-0fb1bff741c5" providerId="ADAL" clId="{D2565D78-CD43-BF4E-9979-7DAFE9AC528F}" dt="2023-01-29T16:46:50.020" v="860" actId="1037"/>
          <ac:picMkLst>
            <pc:docMk/>
            <pc:sldMk cId="3117759593" sldId="267"/>
            <ac:picMk id="17" creationId="{C7184617-0FCD-B045-BC5A-C9C58C13C13B}"/>
          </ac:picMkLst>
        </pc:picChg>
        <pc:inkChg chg="add">
          <ac:chgData name="Ferrer-Bonsoms Hernandez, Juan Angel" userId="3ee72a98-c108-4a22-84cf-0fb1bff741c5" providerId="ADAL" clId="{D2565D78-CD43-BF4E-9979-7DAFE9AC528F}" dt="2023-01-29T16:28:45.757" v="59" actId="9405"/>
          <ac:inkMkLst>
            <pc:docMk/>
            <pc:sldMk cId="3117759593" sldId="267"/>
            <ac:inkMk id="3" creationId="{06C3B54E-9A04-3D43-B6C5-9CE33541188B}"/>
          </ac:inkMkLst>
        </pc:inkChg>
        <pc:inkChg chg="add">
          <ac:chgData name="Ferrer-Bonsoms Hernandez, Juan Angel" userId="3ee72a98-c108-4a22-84cf-0fb1bff741c5" providerId="ADAL" clId="{D2565D78-CD43-BF4E-9979-7DAFE9AC528F}" dt="2023-01-29T16:28:50.236" v="60" actId="9405"/>
          <ac:inkMkLst>
            <pc:docMk/>
            <pc:sldMk cId="3117759593" sldId="267"/>
            <ac:inkMk id="4" creationId="{37C233A3-3EE6-7D4A-BE4B-1A3070C1DE0D}"/>
          </ac:inkMkLst>
        </pc:inkChg>
        <pc:inkChg chg="add">
          <ac:chgData name="Ferrer-Bonsoms Hernandez, Juan Angel" userId="3ee72a98-c108-4a22-84cf-0fb1bff741c5" providerId="ADAL" clId="{D2565D78-CD43-BF4E-9979-7DAFE9AC528F}" dt="2023-01-29T16:28:57.723" v="61" actId="9405"/>
          <ac:inkMkLst>
            <pc:docMk/>
            <pc:sldMk cId="3117759593" sldId="267"/>
            <ac:inkMk id="5" creationId="{A1A496D3-77B8-C940-A64E-0D754379074F}"/>
          </ac:inkMkLst>
        </pc:inkChg>
        <pc:inkChg chg="add">
          <ac:chgData name="Ferrer-Bonsoms Hernandez, Juan Angel" userId="3ee72a98-c108-4a22-84cf-0fb1bff741c5" providerId="ADAL" clId="{D2565D78-CD43-BF4E-9979-7DAFE9AC528F}" dt="2023-01-29T16:29:09.255" v="62" actId="9405"/>
          <ac:inkMkLst>
            <pc:docMk/>
            <pc:sldMk cId="3117759593" sldId="267"/>
            <ac:inkMk id="7" creationId="{085DC3B5-2F4F-BC40-867D-5F1B5CAB0228}"/>
          </ac:inkMkLst>
        </pc:inkChg>
        <pc:inkChg chg="add">
          <ac:chgData name="Ferrer-Bonsoms Hernandez, Juan Angel" userId="3ee72a98-c108-4a22-84cf-0fb1bff741c5" providerId="ADAL" clId="{D2565D78-CD43-BF4E-9979-7DAFE9AC528F}" dt="2023-01-29T16:29:22.611" v="63" actId="9405"/>
          <ac:inkMkLst>
            <pc:docMk/>
            <pc:sldMk cId="3117759593" sldId="267"/>
            <ac:inkMk id="8" creationId="{64CA1C1A-C0D4-474A-9E64-E57ED3B08F3E}"/>
          </ac:inkMkLst>
        </pc:inkChg>
        <pc:inkChg chg="add">
          <ac:chgData name="Ferrer-Bonsoms Hernandez, Juan Angel" userId="3ee72a98-c108-4a22-84cf-0fb1bff741c5" providerId="ADAL" clId="{D2565D78-CD43-BF4E-9979-7DAFE9AC528F}" dt="2023-01-29T16:29:29.438" v="64" actId="9405"/>
          <ac:inkMkLst>
            <pc:docMk/>
            <pc:sldMk cId="3117759593" sldId="267"/>
            <ac:inkMk id="9" creationId="{73C28257-B786-014E-9729-914C8DB82B82}"/>
          </ac:inkMkLst>
        </pc:inkChg>
        <pc:inkChg chg="add del">
          <ac:chgData name="Ferrer-Bonsoms Hernandez, Juan Angel" userId="3ee72a98-c108-4a22-84cf-0fb1bff741c5" providerId="ADAL" clId="{D2565D78-CD43-BF4E-9979-7DAFE9AC528F}" dt="2023-01-29T16:29:49.999" v="66" actId="9405"/>
          <ac:inkMkLst>
            <pc:docMk/>
            <pc:sldMk cId="3117759593" sldId="267"/>
            <ac:inkMk id="10" creationId="{AC3C5671-9E7C-814A-86F8-C597929026F0}"/>
          </ac:inkMkLst>
        </pc:inkChg>
      </pc:sldChg>
      <pc:sldChg chg="addSp modSp add del mod modNotesTx">
        <pc:chgData name="Ferrer-Bonsoms Hernandez, Juan Angel" userId="3ee72a98-c108-4a22-84cf-0fb1bff741c5" providerId="ADAL" clId="{D2565D78-CD43-BF4E-9979-7DAFE9AC528F}" dt="2023-01-29T17:16:38.115" v="1448" actId="2696"/>
        <pc:sldMkLst>
          <pc:docMk/>
          <pc:sldMk cId="2434758271" sldId="268"/>
        </pc:sldMkLst>
        <pc:spChg chg="add mod">
          <ac:chgData name="Ferrer-Bonsoms Hernandez, Juan Angel" userId="3ee72a98-c108-4a22-84cf-0fb1bff741c5" providerId="ADAL" clId="{D2565D78-CD43-BF4E-9979-7DAFE9AC528F}" dt="2023-01-29T17:09:18.922" v="926" actId="1076"/>
          <ac:spMkLst>
            <pc:docMk/>
            <pc:sldMk cId="2434758271" sldId="268"/>
            <ac:spMk id="2" creationId="{92E550AB-6570-8F48-B4C0-5453947FC746}"/>
          </ac:spMkLst>
        </pc:spChg>
        <pc:spChg chg="mod">
          <ac:chgData name="Ferrer-Bonsoms Hernandez, Juan Angel" userId="3ee72a98-c108-4a22-84cf-0fb1bff741c5" providerId="ADAL" clId="{D2565D78-CD43-BF4E-9979-7DAFE9AC528F}" dt="2023-01-29T16:48:06.697" v="903" actId="20577"/>
          <ac:spMkLst>
            <pc:docMk/>
            <pc:sldMk cId="2434758271" sldId="268"/>
            <ac:spMk id="15" creationId="{12D2CBB8-CDAF-684F-A9F2-5DC092116F68}"/>
          </ac:spMkLst>
        </pc:spChg>
        <pc:picChg chg="add mod">
          <ac:chgData name="Ferrer-Bonsoms Hernandez, Juan Angel" userId="3ee72a98-c108-4a22-84cf-0fb1bff741c5" providerId="ADAL" clId="{D2565D78-CD43-BF4E-9979-7DAFE9AC528F}" dt="2023-01-29T17:09:37.272" v="947" actId="1035"/>
          <ac:picMkLst>
            <pc:docMk/>
            <pc:sldMk cId="2434758271" sldId="268"/>
            <ac:picMk id="1026" creationId="{1A1EE251-1A53-3B45-9B8E-40FEA3A0C383}"/>
          </ac:picMkLst>
        </pc:picChg>
      </pc:sldChg>
      <pc:sldChg chg="addSp delSp modSp add mod modNotesTx">
        <pc:chgData name="Ferrer-Bonsoms Hernandez, Juan Angel" userId="3ee72a98-c108-4a22-84cf-0fb1bff741c5" providerId="ADAL" clId="{D2565D78-CD43-BF4E-9979-7DAFE9AC528F}" dt="2023-01-29T17:15:13.453" v="1446" actId="20577"/>
        <pc:sldMkLst>
          <pc:docMk/>
          <pc:sldMk cId="2423602934" sldId="269"/>
        </pc:sldMkLst>
        <pc:spChg chg="add mod">
          <ac:chgData name="Ferrer-Bonsoms Hernandez, Juan Angel" userId="3ee72a98-c108-4a22-84cf-0fb1bff741c5" providerId="ADAL" clId="{D2565D78-CD43-BF4E-9979-7DAFE9AC528F}" dt="2023-01-29T17:13:06.357" v="1281" actId="20577"/>
          <ac:spMkLst>
            <pc:docMk/>
            <pc:sldMk cId="2423602934" sldId="269"/>
            <ac:spMk id="3" creationId="{84EDE337-82C5-9746-85B7-B1D1E93A7546}"/>
          </ac:spMkLst>
        </pc:spChg>
        <pc:spChg chg="add mod">
          <ac:chgData name="Ferrer-Bonsoms Hernandez, Juan Angel" userId="3ee72a98-c108-4a22-84cf-0fb1bff741c5" providerId="ADAL" clId="{D2565D78-CD43-BF4E-9979-7DAFE9AC528F}" dt="2023-01-29T17:13:42.436" v="1309" actId="1076"/>
          <ac:spMkLst>
            <pc:docMk/>
            <pc:sldMk cId="2423602934" sldId="269"/>
            <ac:spMk id="4" creationId="{635A22DE-1946-3E4B-955E-DA088AA1A878}"/>
          </ac:spMkLst>
        </pc:spChg>
        <pc:spChg chg="add mod">
          <ac:chgData name="Ferrer-Bonsoms Hernandez, Juan Angel" userId="3ee72a98-c108-4a22-84cf-0fb1bff741c5" providerId="ADAL" clId="{D2565D78-CD43-BF4E-9979-7DAFE9AC528F}" dt="2023-01-29T17:14:29.936" v="1329" actId="20577"/>
          <ac:spMkLst>
            <pc:docMk/>
            <pc:sldMk cId="2423602934" sldId="269"/>
            <ac:spMk id="14" creationId="{6CD95649-85AF-A74B-8BF7-F809A950C153}"/>
          </ac:spMkLst>
        </pc:spChg>
        <pc:picChg chg="del">
          <ac:chgData name="Ferrer-Bonsoms Hernandez, Juan Angel" userId="3ee72a98-c108-4a22-84cf-0fb1bff741c5" providerId="ADAL" clId="{D2565D78-CD43-BF4E-9979-7DAFE9AC528F}" dt="2023-01-29T17:11:15.566" v="1178" actId="478"/>
          <ac:picMkLst>
            <pc:docMk/>
            <pc:sldMk cId="2423602934" sldId="269"/>
            <ac:picMk id="1026" creationId="{1A1EE251-1A53-3B45-9B8E-40FEA3A0C383}"/>
          </ac:picMkLst>
        </pc:picChg>
        <pc:picChg chg="add mod">
          <ac:chgData name="Ferrer-Bonsoms Hernandez, Juan Angel" userId="3ee72a98-c108-4a22-84cf-0fb1bff741c5" providerId="ADAL" clId="{D2565D78-CD43-BF4E-9979-7DAFE9AC528F}" dt="2023-01-29T17:11:31.881" v="1180" actId="1076"/>
          <ac:picMkLst>
            <pc:docMk/>
            <pc:sldMk cId="2423602934" sldId="269"/>
            <ac:picMk id="2050" creationId="{B5967EAD-DCD7-DE4F-93CC-CBD00FE17A29}"/>
          </ac:picMkLst>
        </pc:picChg>
        <pc:picChg chg="add mod">
          <ac:chgData name="Ferrer-Bonsoms Hernandez, Juan Angel" userId="3ee72a98-c108-4a22-84cf-0fb1bff741c5" providerId="ADAL" clId="{D2565D78-CD43-BF4E-9979-7DAFE9AC528F}" dt="2023-01-29T17:13:29.753" v="1284" actId="1076"/>
          <ac:picMkLst>
            <pc:docMk/>
            <pc:sldMk cId="2423602934" sldId="269"/>
            <ac:picMk id="2052" creationId="{ADB9B492-DFA6-C54D-BD80-D19478A58E85}"/>
          </ac:picMkLst>
        </pc:picChg>
        <pc:picChg chg="add mod">
          <ac:chgData name="Ferrer-Bonsoms Hernandez, Juan Angel" userId="3ee72a98-c108-4a22-84cf-0fb1bff741c5" providerId="ADAL" clId="{D2565D78-CD43-BF4E-9979-7DAFE9AC528F}" dt="2023-01-29T17:14:23.798" v="1328" actId="1076"/>
          <ac:picMkLst>
            <pc:docMk/>
            <pc:sldMk cId="2423602934" sldId="269"/>
            <ac:picMk id="2054" creationId="{CD503F12-0135-304F-A714-4C5C8FE84B6B}"/>
          </ac:picMkLst>
        </pc:picChg>
      </pc:sldChg>
      <pc:sldChg chg="addSp delSp modSp add mod">
        <pc:chgData name="Ferrer-Bonsoms Hernandez, Juan Angel" userId="3ee72a98-c108-4a22-84cf-0fb1bff741c5" providerId="ADAL" clId="{D2565D78-CD43-BF4E-9979-7DAFE9AC528F}" dt="2023-01-29T17:25:26.411" v="1517" actId="1076"/>
        <pc:sldMkLst>
          <pc:docMk/>
          <pc:sldMk cId="20283194" sldId="270"/>
        </pc:sldMkLst>
        <pc:spChg chg="del">
          <ac:chgData name="Ferrer-Bonsoms Hernandez, Juan Angel" userId="3ee72a98-c108-4a22-84cf-0fb1bff741c5" providerId="ADAL" clId="{D2565D78-CD43-BF4E-9979-7DAFE9AC528F}" dt="2023-01-29T17:16:56.230" v="1449" actId="478"/>
          <ac:spMkLst>
            <pc:docMk/>
            <pc:sldMk cId="20283194" sldId="270"/>
            <ac:spMk id="3" creationId="{84EDE337-82C5-9746-85B7-B1D1E93A7546}"/>
          </ac:spMkLst>
        </pc:spChg>
        <pc:spChg chg="del">
          <ac:chgData name="Ferrer-Bonsoms Hernandez, Juan Angel" userId="3ee72a98-c108-4a22-84cf-0fb1bff741c5" providerId="ADAL" clId="{D2565D78-CD43-BF4E-9979-7DAFE9AC528F}" dt="2023-01-29T17:17:09.813" v="1453" actId="478"/>
          <ac:spMkLst>
            <pc:docMk/>
            <pc:sldMk cId="20283194" sldId="270"/>
            <ac:spMk id="4" creationId="{635A22DE-1946-3E4B-955E-DA088AA1A878}"/>
          </ac:spMkLst>
        </pc:spChg>
        <pc:spChg chg="add mod">
          <ac:chgData name="Ferrer-Bonsoms Hernandez, Juan Angel" userId="3ee72a98-c108-4a22-84cf-0fb1bff741c5" providerId="ADAL" clId="{D2565D78-CD43-BF4E-9979-7DAFE9AC528F}" dt="2023-01-29T17:24:09.596" v="1511" actId="20577"/>
          <ac:spMkLst>
            <pc:docMk/>
            <pc:sldMk cId="20283194" sldId="270"/>
            <ac:spMk id="5" creationId="{2B3F5D12-E637-CC47-8027-203D53276FCF}"/>
          </ac:spMkLst>
        </pc:spChg>
        <pc:spChg chg="del">
          <ac:chgData name="Ferrer-Bonsoms Hernandez, Juan Angel" userId="3ee72a98-c108-4a22-84cf-0fb1bff741c5" providerId="ADAL" clId="{D2565D78-CD43-BF4E-9979-7DAFE9AC528F}" dt="2023-01-29T17:17:02.755" v="1450" actId="478"/>
          <ac:spMkLst>
            <pc:docMk/>
            <pc:sldMk cId="20283194" sldId="270"/>
            <ac:spMk id="14" creationId="{6CD95649-85AF-A74B-8BF7-F809A950C153}"/>
          </ac:spMkLst>
        </pc:spChg>
        <pc:spChg chg="add mod">
          <ac:chgData name="Ferrer-Bonsoms Hernandez, Juan Angel" userId="3ee72a98-c108-4a22-84cf-0fb1bff741c5" providerId="ADAL" clId="{D2565D78-CD43-BF4E-9979-7DAFE9AC528F}" dt="2023-01-29T17:22:04.310" v="1458" actId="1076"/>
          <ac:spMkLst>
            <pc:docMk/>
            <pc:sldMk cId="20283194" sldId="270"/>
            <ac:spMk id="16" creationId="{793FA281-4AFB-1F46-BDDB-B2D3C70C69F2}"/>
          </ac:spMkLst>
        </pc:spChg>
        <pc:picChg chg="add del mod">
          <ac:chgData name="Ferrer-Bonsoms Hernandez, Juan Angel" userId="3ee72a98-c108-4a22-84cf-0fb1bff741c5" providerId="ADAL" clId="{D2565D78-CD43-BF4E-9979-7DAFE9AC528F}" dt="2023-01-29T17:25:17.970" v="1515" actId="478"/>
          <ac:picMkLst>
            <pc:docMk/>
            <pc:sldMk cId="20283194" sldId="270"/>
            <ac:picMk id="7" creationId="{5BF06FBA-96CB-7940-BAEA-271D248751A7}"/>
          </ac:picMkLst>
        </pc:picChg>
        <pc:picChg chg="add mod">
          <ac:chgData name="Ferrer-Bonsoms Hernandez, Juan Angel" userId="3ee72a98-c108-4a22-84cf-0fb1bff741c5" providerId="ADAL" clId="{D2565D78-CD43-BF4E-9979-7DAFE9AC528F}" dt="2023-01-29T17:25:26.411" v="1517" actId="1076"/>
          <ac:picMkLst>
            <pc:docMk/>
            <pc:sldMk cId="20283194" sldId="270"/>
            <ac:picMk id="8" creationId="{16E9F40B-66F1-E84A-88A0-4B71160E6DCC}"/>
          </ac:picMkLst>
        </pc:picChg>
        <pc:picChg chg="del">
          <ac:chgData name="Ferrer-Bonsoms Hernandez, Juan Angel" userId="3ee72a98-c108-4a22-84cf-0fb1bff741c5" providerId="ADAL" clId="{D2565D78-CD43-BF4E-9979-7DAFE9AC528F}" dt="2023-01-29T17:17:06.768" v="1452" actId="478"/>
          <ac:picMkLst>
            <pc:docMk/>
            <pc:sldMk cId="20283194" sldId="270"/>
            <ac:picMk id="2052" creationId="{ADB9B492-DFA6-C54D-BD80-D19478A58E85}"/>
          </ac:picMkLst>
        </pc:picChg>
        <pc:picChg chg="del">
          <ac:chgData name="Ferrer-Bonsoms Hernandez, Juan Angel" userId="3ee72a98-c108-4a22-84cf-0fb1bff741c5" providerId="ADAL" clId="{D2565D78-CD43-BF4E-9979-7DAFE9AC528F}" dt="2023-01-29T17:17:04.827" v="1451" actId="478"/>
          <ac:picMkLst>
            <pc:docMk/>
            <pc:sldMk cId="20283194" sldId="270"/>
            <ac:picMk id="2054" creationId="{CD503F12-0135-304F-A714-4C5C8FE84B6B}"/>
          </ac:picMkLst>
        </pc:picChg>
      </pc:sldChg>
      <pc:sldChg chg="addSp delSp modSp add mod">
        <pc:chgData name="Ferrer-Bonsoms Hernandez, Juan Angel" userId="3ee72a98-c108-4a22-84cf-0fb1bff741c5" providerId="ADAL" clId="{D2565D78-CD43-BF4E-9979-7DAFE9AC528F}" dt="2023-01-29T17:26:53.890" v="1527" actId="14100"/>
        <pc:sldMkLst>
          <pc:docMk/>
          <pc:sldMk cId="2508502141" sldId="271"/>
        </pc:sldMkLst>
        <pc:spChg chg="del">
          <ac:chgData name="Ferrer-Bonsoms Hernandez, Juan Angel" userId="3ee72a98-c108-4a22-84cf-0fb1bff741c5" providerId="ADAL" clId="{D2565D78-CD43-BF4E-9979-7DAFE9AC528F}" dt="2023-01-29T17:26:22.450" v="1520" actId="478"/>
          <ac:spMkLst>
            <pc:docMk/>
            <pc:sldMk cId="2508502141" sldId="271"/>
            <ac:spMk id="5" creationId="{2B3F5D12-E637-CC47-8027-203D53276FCF}"/>
          </ac:spMkLst>
        </pc:spChg>
        <pc:spChg chg="add mod">
          <ac:chgData name="Ferrer-Bonsoms Hernandez, Juan Angel" userId="3ee72a98-c108-4a22-84cf-0fb1bff741c5" providerId="ADAL" clId="{D2565D78-CD43-BF4E-9979-7DAFE9AC528F}" dt="2023-01-29T17:26:53.890" v="1527" actId="14100"/>
          <ac:spMkLst>
            <pc:docMk/>
            <pc:sldMk cId="2508502141" sldId="271"/>
            <ac:spMk id="11" creationId="{9D3F3F8E-E140-1A43-990B-6C6C06D6367B}"/>
          </ac:spMkLst>
        </pc:spChg>
        <pc:spChg chg="del">
          <ac:chgData name="Ferrer-Bonsoms Hernandez, Juan Angel" userId="3ee72a98-c108-4a22-84cf-0fb1bff741c5" providerId="ADAL" clId="{D2565D78-CD43-BF4E-9979-7DAFE9AC528F}" dt="2023-01-29T17:26:19.805" v="1519" actId="478"/>
          <ac:spMkLst>
            <pc:docMk/>
            <pc:sldMk cId="2508502141" sldId="271"/>
            <ac:spMk id="16" creationId="{793FA281-4AFB-1F46-BDDB-B2D3C70C69F2}"/>
          </ac:spMkLst>
        </pc:spChg>
        <pc:picChg chg="del">
          <ac:chgData name="Ferrer-Bonsoms Hernandez, Juan Angel" userId="3ee72a98-c108-4a22-84cf-0fb1bff741c5" providerId="ADAL" clId="{D2565D78-CD43-BF4E-9979-7DAFE9AC528F}" dt="2023-01-29T17:26:24.694" v="1521" actId="478"/>
          <ac:picMkLst>
            <pc:docMk/>
            <pc:sldMk cId="2508502141" sldId="271"/>
            <ac:picMk id="8" creationId="{16E9F40B-66F1-E84A-88A0-4B71160E6DCC}"/>
          </ac:picMkLst>
        </pc:picChg>
      </pc:sldChg>
      <pc:sldChg chg="add del">
        <pc:chgData name="Ferrer-Bonsoms Hernandez, Juan Angel" userId="3ee72a98-c108-4a22-84cf-0fb1bff741c5" providerId="ADAL" clId="{D2565D78-CD43-BF4E-9979-7DAFE9AC528F}" dt="2023-01-29T17:26:35.647" v="1523" actId="2696"/>
        <pc:sldMkLst>
          <pc:docMk/>
          <pc:sldMk cId="1596437044" sldId="272"/>
        </pc:sldMkLst>
      </pc:sldChg>
      <pc:sldChg chg="addSp delSp modSp add mod">
        <pc:chgData name="Ferrer-Bonsoms Hernandez, Juan Angel" userId="3ee72a98-c108-4a22-84cf-0fb1bff741c5" providerId="ADAL" clId="{D2565D78-CD43-BF4E-9979-7DAFE9AC528F}" dt="2023-01-29T17:40:28.207" v="1692" actId="20577"/>
        <pc:sldMkLst>
          <pc:docMk/>
          <pc:sldMk cId="4293480207" sldId="272"/>
        </pc:sldMkLst>
        <pc:spChg chg="del">
          <ac:chgData name="Ferrer-Bonsoms Hernandez, Juan Angel" userId="3ee72a98-c108-4a22-84cf-0fb1bff741c5" providerId="ADAL" clId="{D2565D78-CD43-BF4E-9979-7DAFE9AC528F}" dt="2023-01-29T17:34:25.306" v="1576" actId="478"/>
          <ac:spMkLst>
            <pc:docMk/>
            <pc:sldMk cId="4293480207" sldId="272"/>
            <ac:spMk id="2" creationId="{92E550AB-6570-8F48-B4C0-5453947FC746}"/>
          </ac:spMkLst>
        </pc:spChg>
        <pc:spChg chg="add mod">
          <ac:chgData name="Ferrer-Bonsoms Hernandez, Juan Angel" userId="3ee72a98-c108-4a22-84cf-0fb1bff741c5" providerId="ADAL" clId="{D2565D78-CD43-BF4E-9979-7DAFE9AC528F}" dt="2023-01-29T17:39:19.975" v="1679" actId="1076"/>
          <ac:spMkLst>
            <pc:docMk/>
            <pc:sldMk cId="4293480207" sldId="272"/>
            <ac:spMk id="7" creationId="{23B77478-9C13-3440-9FA0-F62B627EE526}"/>
          </ac:spMkLst>
        </pc:spChg>
        <pc:spChg chg="del">
          <ac:chgData name="Ferrer-Bonsoms Hernandez, Juan Angel" userId="3ee72a98-c108-4a22-84cf-0fb1bff741c5" providerId="ADAL" clId="{D2565D78-CD43-BF4E-9979-7DAFE9AC528F}" dt="2023-01-29T17:28:44.432" v="1529" actId="478"/>
          <ac:spMkLst>
            <pc:docMk/>
            <pc:sldMk cId="4293480207" sldId="272"/>
            <ac:spMk id="11" creationId="{9D3F3F8E-E140-1A43-990B-6C6C06D6367B}"/>
          </ac:spMkLst>
        </pc:spChg>
        <pc:spChg chg="add mod">
          <ac:chgData name="Ferrer-Bonsoms Hernandez, Juan Angel" userId="3ee72a98-c108-4a22-84cf-0fb1bff741c5" providerId="ADAL" clId="{D2565D78-CD43-BF4E-9979-7DAFE9AC528F}" dt="2023-01-29T17:38:42.681" v="1646" actId="1076"/>
          <ac:spMkLst>
            <pc:docMk/>
            <pc:sldMk cId="4293480207" sldId="272"/>
            <ac:spMk id="14" creationId="{62D70828-A49C-4A41-BF42-BCE289239BF8}"/>
          </ac:spMkLst>
        </pc:spChg>
        <pc:spChg chg="add mod">
          <ac:chgData name="Ferrer-Bonsoms Hernandez, Juan Angel" userId="3ee72a98-c108-4a22-84cf-0fb1bff741c5" providerId="ADAL" clId="{D2565D78-CD43-BF4E-9979-7DAFE9AC528F}" dt="2023-01-29T17:38:37.742" v="1644" actId="1076"/>
          <ac:spMkLst>
            <pc:docMk/>
            <pc:sldMk cId="4293480207" sldId="272"/>
            <ac:spMk id="16" creationId="{A37FF198-FB67-D240-8985-412C3774203D}"/>
          </ac:spMkLst>
        </pc:spChg>
        <pc:spChg chg="add mod">
          <ac:chgData name="Ferrer-Bonsoms Hernandez, Juan Angel" userId="3ee72a98-c108-4a22-84cf-0fb1bff741c5" providerId="ADAL" clId="{D2565D78-CD43-BF4E-9979-7DAFE9AC528F}" dt="2023-01-29T17:40:11.330" v="1688" actId="1076"/>
          <ac:spMkLst>
            <pc:docMk/>
            <pc:sldMk cId="4293480207" sldId="272"/>
            <ac:spMk id="18" creationId="{42581CC2-D6CC-8C4A-99B4-3AC41B92D58A}"/>
          </ac:spMkLst>
        </pc:spChg>
        <pc:spChg chg="add mod">
          <ac:chgData name="Ferrer-Bonsoms Hernandez, Juan Angel" userId="3ee72a98-c108-4a22-84cf-0fb1bff741c5" providerId="ADAL" clId="{D2565D78-CD43-BF4E-9979-7DAFE9AC528F}" dt="2023-01-29T17:40:28.207" v="1692" actId="20577"/>
          <ac:spMkLst>
            <pc:docMk/>
            <pc:sldMk cId="4293480207" sldId="272"/>
            <ac:spMk id="19" creationId="{56D053EE-8D2B-AD48-9EA0-6FB03B116553}"/>
          </ac:spMkLst>
        </pc:spChg>
        <pc:picChg chg="add mod">
          <ac:chgData name="Ferrer-Bonsoms Hernandez, Juan Angel" userId="3ee72a98-c108-4a22-84cf-0fb1bff741c5" providerId="ADAL" clId="{D2565D78-CD43-BF4E-9979-7DAFE9AC528F}" dt="2023-01-29T17:38:49.131" v="1648" actId="1076"/>
          <ac:picMkLst>
            <pc:docMk/>
            <pc:sldMk cId="4293480207" sldId="272"/>
            <ac:picMk id="3" creationId="{19C374DB-FA66-384A-B2E7-57DC3F39F16F}"/>
          </ac:picMkLst>
        </pc:picChg>
        <pc:picChg chg="add mod">
          <ac:chgData name="Ferrer-Bonsoms Hernandez, Juan Angel" userId="3ee72a98-c108-4a22-84cf-0fb1bff741c5" providerId="ADAL" clId="{D2565D78-CD43-BF4E-9979-7DAFE9AC528F}" dt="2023-01-29T17:38:46.261" v="1647" actId="1076"/>
          <ac:picMkLst>
            <pc:docMk/>
            <pc:sldMk cId="4293480207" sldId="272"/>
            <ac:picMk id="10" creationId="{9B1E7709-A270-4845-A75F-566EAD2719E1}"/>
          </ac:picMkLst>
        </pc:picChg>
        <pc:picChg chg="add mod">
          <ac:chgData name="Ferrer-Bonsoms Hernandez, Juan Angel" userId="3ee72a98-c108-4a22-84cf-0fb1bff741c5" providerId="ADAL" clId="{D2565D78-CD43-BF4E-9979-7DAFE9AC528F}" dt="2023-01-29T17:38:39.407" v="1645" actId="1076"/>
          <ac:picMkLst>
            <pc:docMk/>
            <pc:sldMk cId="4293480207" sldId="272"/>
            <ac:picMk id="12" creationId="{DDEFCBA0-505A-824A-9B6B-66014EEB4F37}"/>
          </ac:picMkLst>
        </pc:picChg>
        <pc:picChg chg="add mod">
          <ac:chgData name="Ferrer-Bonsoms Hernandez, Juan Angel" userId="3ee72a98-c108-4a22-84cf-0fb1bff741c5" providerId="ADAL" clId="{D2565D78-CD43-BF4E-9979-7DAFE9AC528F}" dt="2023-01-29T17:38:51.583" v="1649" actId="1076"/>
          <ac:picMkLst>
            <pc:docMk/>
            <pc:sldMk cId="4293480207" sldId="272"/>
            <ac:picMk id="17" creationId="{9D67B074-40D1-9D49-B63A-C5DFDD8F7489}"/>
          </ac:picMkLst>
        </pc:picChg>
        <pc:picChg chg="del">
          <ac:chgData name="Ferrer-Bonsoms Hernandez, Juan Angel" userId="3ee72a98-c108-4a22-84cf-0fb1bff741c5" providerId="ADAL" clId="{D2565D78-CD43-BF4E-9979-7DAFE9AC528F}" dt="2023-01-29T17:38:19.124" v="1641" actId="478"/>
          <ac:picMkLst>
            <pc:docMk/>
            <pc:sldMk cId="4293480207" sldId="272"/>
            <ac:picMk id="380" creationId="{127D6B3B-E745-B44F-8E29-DA8F923186ED}"/>
          </ac:picMkLst>
        </pc:picChg>
        <pc:picChg chg="del">
          <ac:chgData name="Ferrer-Bonsoms Hernandez, Juan Angel" userId="3ee72a98-c108-4a22-84cf-0fb1bff741c5" providerId="ADAL" clId="{D2565D78-CD43-BF4E-9979-7DAFE9AC528F}" dt="2023-01-29T17:38:34.109" v="1643" actId="478"/>
          <ac:picMkLst>
            <pc:docMk/>
            <pc:sldMk cId="4293480207" sldId="272"/>
            <ac:picMk id="2050" creationId="{B5967EAD-DCD7-DE4F-93CC-CBD00FE17A29}"/>
          </ac:picMkLst>
        </pc:picChg>
      </pc:sldChg>
      <pc:sldChg chg="add del">
        <pc:chgData name="Ferrer-Bonsoms Hernandez, Juan Angel" userId="3ee72a98-c108-4a22-84cf-0fb1bff741c5" providerId="ADAL" clId="{D2565D78-CD43-BF4E-9979-7DAFE9AC528F}" dt="2023-01-29T17:29:40.774" v="1531"/>
        <pc:sldMkLst>
          <pc:docMk/>
          <pc:sldMk cId="243225009" sldId="273"/>
        </pc:sldMkLst>
      </pc:sldChg>
      <pc:sldChg chg="delSp modSp add mod">
        <pc:chgData name="Ferrer-Bonsoms Hernandez, Juan Angel" userId="3ee72a98-c108-4a22-84cf-0fb1bff741c5" providerId="ADAL" clId="{D2565D78-CD43-BF4E-9979-7DAFE9AC528F}" dt="2023-01-29T17:46:01.992" v="1724" actId="20577"/>
        <pc:sldMkLst>
          <pc:docMk/>
          <pc:sldMk cId="3327394686" sldId="273"/>
        </pc:sldMkLst>
        <pc:spChg chg="del">
          <ac:chgData name="Ferrer-Bonsoms Hernandez, Juan Angel" userId="3ee72a98-c108-4a22-84cf-0fb1bff741c5" providerId="ADAL" clId="{D2565D78-CD43-BF4E-9979-7DAFE9AC528F}" dt="2023-01-29T17:45:42.473" v="1700" actId="478"/>
          <ac:spMkLst>
            <pc:docMk/>
            <pc:sldMk cId="3327394686" sldId="273"/>
            <ac:spMk id="7" creationId="{23B77478-9C13-3440-9FA0-F62B627EE526}"/>
          </ac:spMkLst>
        </pc:spChg>
        <pc:spChg chg="del">
          <ac:chgData name="Ferrer-Bonsoms Hernandez, Juan Angel" userId="3ee72a98-c108-4a22-84cf-0fb1bff741c5" providerId="ADAL" clId="{D2565D78-CD43-BF4E-9979-7DAFE9AC528F}" dt="2023-01-29T17:45:36.173" v="1697" actId="478"/>
          <ac:spMkLst>
            <pc:docMk/>
            <pc:sldMk cId="3327394686" sldId="273"/>
            <ac:spMk id="14" creationId="{62D70828-A49C-4A41-BF42-BCE289239BF8}"/>
          </ac:spMkLst>
        </pc:spChg>
        <pc:spChg chg="mod">
          <ac:chgData name="Ferrer-Bonsoms Hernandez, Juan Angel" userId="3ee72a98-c108-4a22-84cf-0fb1bff741c5" providerId="ADAL" clId="{D2565D78-CD43-BF4E-9979-7DAFE9AC528F}" dt="2023-01-29T17:46:01.992" v="1724" actId="20577"/>
          <ac:spMkLst>
            <pc:docMk/>
            <pc:sldMk cId="3327394686" sldId="273"/>
            <ac:spMk id="15" creationId="{12D2CBB8-CDAF-684F-A9F2-5DC092116F68}"/>
          </ac:spMkLst>
        </pc:spChg>
        <pc:spChg chg="del">
          <ac:chgData name="Ferrer-Bonsoms Hernandez, Juan Angel" userId="3ee72a98-c108-4a22-84cf-0fb1bff741c5" providerId="ADAL" clId="{D2565D78-CD43-BF4E-9979-7DAFE9AC528F}" dt="2023-01-29T17:45:32.364" v="1695" actId="478"/>
          <ac:spMkLst>
            <pc:docMk/>
            <pc:sldMk cId="3327394686" sldId="273"/>
            <ac:spMk id="16" creationId="{A37FF198-FB67-D240-8985-412C3774203D}"/>
          </ac:spMkLst>
        </pc:spChg>
        <pc:spChg chg="del">
          <ac:chgData name="Ferrer-Bonsoms Hernandez, Juan Angel" userId="3ee72a98-c108-4a22-84cf-0fb1bff741c5" providerId="ADAL" clId="{D2565D78-CD43-BF4E-9979-7DAFE9AC528F}" dt="2023-01-29T17:45:40.061" v="1699" actId="478"/>
          <ac:spMkLst>
            <pc:docMk/>
            <pc:sldMk cId="3327394686" sldId="273"/>
            <ac:spMk id="18" creationId="{42581CC2-D6CC-8C4A-99B4-3AC41B92D58A}"/>
          </ac:spMkLst>
        </pc:spChg>
        <pc:spChg chg="del">
          <ac:chgData name="Ferrer-Bonsoms Hernandez, Juan Angel" userId="3ee72a98-c108-4a22-84cf-0fb1bff741c5" providerId="ADAL" clId="{D2565D78-CD43-BF4E-9979-7DAFE9AC528F}" dt="2023-01-29T17:45:44.947" v="1701" actId="478"/>
          <ac:spMkLst>
            <pc:docMk/>
            <pc:sldMk cId="3327394686" sldId="273"/>
            <ac:spMk id="19" creationId="{56D053EE-8D2B-AD48-9EA0-6FB03B116553}"/>
          </ac:spMkLst>
        </pc:spChg>
        <pc:picChg chg="del">
          <ac:chgData name="Ferrer-Bonsoms Hernandez, Juan Angel" userId="3ee72a98-c108-4a22-84cf-0fb1bff741c5" providerId="ADAL" clId="{D2565D78-CD43-BF4E-9979-7DAFE9AC528F}" dt="2023-01-29T17:45:46.608" v="1702" actId="478"/>
          <ac:picMkLst>
            <pc:docMk/>
            <pc:sldMk cId="3327394686" sldId="273"/>
            <ac:picMk id="3" creationId="{19C374DB-FA66-384A-B2E7-57DC3F39F16F}"/>
          </ac:picMkLst>
        </pc:picChg>
        <pc:picChg chg="del">
          <ac:chgData name="Ferrer-Bonsoms Hernandez, Juan Angel" userId="3ee72a98-c108-4a22-84cf-0fb1bff741c5" providerId="ADAL" clId="{D2565D78-CD43-BF4E-9979-7DAFE9AC528F}" dt="2023-01-29T17:45:31.002" v="1694" actId="478"/>
          <ac:picMkLst>
            <pc:docMk/>
            <pc:sldMk cId="3327394686" sldId="273"/>
            <ac:picMk id="10" creationId="{9B1E7709-A270-4845-A75F-566EAD2719E1}"/>
          </ac:picMkLst>
        </pc:picChg>
        <pc:picChg chg="del">
          <ac:chgData name="Ferrer-Bonsoms Hernandez, Juan Angel" userId="3ee72a98-c108-4a22-84cf-0fb1bff741c5" providerId="ADAL" clId="{D2565D78-CD43-BF4E-9979-7DAFE9AC528F}" dt="2023-01-29T17:45:33.353" v="1696" actId="478"/>
          <ac:picMkLst>
            <pc:docMk/>
            <pc:sldMk cId="3327394686" sldId="273"/>
            <ac:picMk id="12" creationId="{DDEFCBA0-505A-824A-9B6B-66014EEB4F37}"/>
          </ac:picMkLst>
        </pc:picChg>
        <pc:picChg chg="del">
          <ac:chgData name="Ferrer-Bonsoms Hernandez, Juan Angel" userId="3ee72a98-c108-4a22-84cf-0fb1bff741c5" providerId="ADAL" clId="{D2565D78-CD43-BF4E-9979-7DAFE9AC528F}" dt="2023-01-29T17:45:37.554" v="1698" actId="478"/>
          <ac:picMkLst>
            <pc:docMk/>
            <pc:sldMk cId="3327394686" sldId="273"/>
            <ac:picMk id="17" creationId="{9D67B074-40D1-9D49-B63A-C5DFDD8F7489}"/>
          </ac:picMkLst>
        </pc:picChg>
      </pc:sldChg>
      <pc:sldChg chg="del">
        <pc:chgData name="Ferrer-Bonsoms Hernandez, Juan Angel" userId="3ee72a98-c108-4a22-84cf-0fb1bff741c5" providerId="ADAL" clId="{D2565D78-CD43-BF4E-9979-7DAFE9AC528F}" dt="2023-01-29T15:53:32.751" v="34" actId="2696"/>
        <pc:sldMkLst>
          <pc:docMk/>
          <pc:sldMk cId="639155545" sldId="41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0BA410-D6FC-4F8C-8E6D-03B394E8AE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CA97393-2E58-4651-8FC6-1295A1179B7D}">
      <dgm:prSet phldrT="[Texto]"/>
      <dgm:spPr>
        <a:solidFill>
          <a:srgbClr val="B7100C"/>
        </a:solidFill>
      </dgm:spPr>
      <dgm:t>
        <a:bodyPr/>
        <a:lstStyle/>
        <a:p>
          <a:r>
            <a:rPr lang="en-US" dirty="0"/>
            <a:t>Import</a:t>
          </a:r>
        </a:p>
      </dgm:t>
    </dgm:pt>
    <dgm:pt modelId="{CB98EB24-8525-46F6-81C6-117A7E7FC051}" type="parTrans" cxnId="{4A54A695-9C30-45EC-B8E2-58669A096263}">
      <dgm:prSet/>
      <dgm:spPr/>
      <dgm:t>
        <a:bodyPr/>
        <a:lstStyle/>
        <a:p>
          <a:endParaRPr lang="en-US"/>
        </a:p>
      </dgm:t>
    </dgm:pt>
    <dgm:pt modelId="{79C57A7F-4603-4396-853B-67FC3D3C652E}" type="sibTrans" cxnId="{4A54A695-9C30-45EC-B8E2-58669A096263}">
      <dgm:prSet/>
      <dgm:spPr>
        <a:solidFill>
          <a:srgbClr val="930300">
            <a:alpha val="45882"/>
          </a:srgbClr>
        </a:solidFill>
      </dgm:spPr>
      <dgm:t>
        <a:bodyPr/>
        <a:lstStyle/>
        <a:p>
          <a:endParaRPr lang="en-US"/>
        </a:p>
      </dgm:t>
    </dgm:pt>
    <dgm:pt modelId="{D21D8017-8306-4133-9A06-AF568AF44529}">
      <dgm:prSet phldrT="[Texto]"/>
      <dgm:spPr>
        <a:solidFill>
          <a:srgbClr val="B7100C">
            <a:alpha val="20000"/>
          </a:srgbClr>
        </a:solidFill>
      </dgm:spPr>
      <dgm:t>
        <a:bodyPr/>
        <a:lstStyle/>
        <a:p>
          <a:r>
            <a:rPr lang="en-US" dirty="0"/>
            <a:t>Tidy /transform</a:t>
          </a:r>
        </a:p>
      </dgm:t>
    </dgm:pt>
    <dgm:pt modelId="{50A84026-382F-4FEC-B932-2C60CD41B8A6}" type="parTrans" cxnId="{D4FD71E8-501C-4468-8871-E9FC365B2CB3}">
      <dgm:prSet/>
      <dgm:spPr/>
      <dgm:t>
        <a:bodyPr/>
        <a:lstStyle/>
        <a:p>
          <a:endParaRPr lang="en-US"/>
        </a:p>
      </dgm:t>
    </dgm:pt>
    <dgm:pt modelId="{3242DF83-727E-483E-9833-D701D2EA49A7}" type="sibTrans" cxnId="{D4FD71E8-501C-4468-8871-E9FC365B2CB3}">
      <dgm:prSet/>
      <dgm:spPr>
        <a:solidFill>
          <a:srgbClr val="930300">
            <a:alpha val="45882"/>
          </a:srgbClr>
        </a:solidFill>
      </dgm:spPr>
      <dgm:t>
        <a:bodyPr/>
        <a:lstStyle/>
        <a:p>
          <a:endParaRPr lang="en-US"/>
        </a:p>
      </dgm:t>
    </dgm:pt>
    <dgm:pt modelId="{E02ED7E4-870E-4268-8AEF-ACD994F48524}">
      <dgm:prSet phldrT="[Texto]"/>
      <dgm:spPr>
        <a:solidFill>
          <a:srgbClr val="B7100C">
            <a:alpha val="20000"/>
          </a:srgbClr>
        </a:solidFill>
      </dgm:spPr>
      <dgm:t>
        <a:bodyPr/>
        <a:lstStyle/>
        <a:p>
          <a:r>
            <a:rPr lang="en-US" dirty="0"/>
            <a:t>Visualize</a:t>
          </a:r>
        </a:p>
      </dgm:t>
    </dgm:pt>
    <dgm:pt modelId="{3DD0E8CF-737B-4FED-8590-DD87C8B9957C}" type="parTrans" cxnId="{6C1E8AA6-CD11-471B-AE90-1C4315C0107E}">
      <dgm:prSet/>
      <dgm:spPr/>
      <dgm:t>
        <a:bodyPr/>
        <a:lstStyle/>
        <a:p>
          <a:endParaRPr lang="en-US"/>
        </a:p>
      </dgm:t>
    </dgm:pt>
    <dgm:pt modelId="{B52B4E10-559B-4A6C-BAB2-1F151620DF0B}" type="sibTrans" cxnId="{6C1E8AA6-CD11-471B-AE90-1C4315C0107E}">
      <dgm:prSet/>
      <dgm:spPr/>
      <dgm:t>
        <a:bodyPr/>
        <a:lstStyle/>
        <a:p>
          <a:endParaRPr lang="en-US"/>
        </a:p>
      </dgm:t>
    </dgm:pt>
    <dgm:pt modelId="{FED58791-15C7-44B0-8F6E-F26726B63C95}" type="pres">
      <dgm:prSet presAssocID="{820BA410-D6FC-4F8C-8E6D-03B394E8AEC1}" presName="Name0" presStyleCnt="0">
        <dgm:presLayoutVars>
          <dgm:dir/>
          <dgm:resizeHandles val="exact"/>
        </dgm:presLayoutVars>
      </dgm:prSet>
      <dgm:spPr/>
    </dgm:pt>
    <dgm:pt modelId="{3118BC6C-762F-42EF-B3C1-47C055A06048}" type="pres">
      <dgm:prSet presAssocID="{6CA97393-2E58-4651-8FC6-1295A1179B7D}" presName="node" presStyleLbl="node1" presStyleIdx="0" presStyleCnt="3" custScaleX="43343" custScaleY="39881">
        <dgm:presLayoutVars>
          <dgm:bulletEnabled val="1"/>
        </dgm:presLayoutVars>
      </dgm:prSet>
      <dgm:spPr/>
    </dgm:pt>
    <dgm:pt modelId="{3C6DA2EB-C2DF-4DB4-AAF6-70F592AE5042}" type="pres">
      <dgm:prSet presAssocID="{79C57A7F-4603-4396-853B-67FC3D3C652E}" presName="sibTrans" presStyleLbl="sibTrans2D1" presStyleIdx="0" presStyleCnt="2" custScaleX="57379" custScaleY="49267"/>
      <dgm:spPr/>
    </dgm:pt>
    <dgm:pt modelId="{BAEBFB21-7C74-4DE5-AF83-0704BD208FBD}" type="pres">
      <dgm:prSet presAssocID="{79C57A7F-4603-4396-853B-67FC3D3C652E}" presName="connectorText" presStyleLbl="sibTrans2D1" presStyleIdx="0" presStyleCnt="2"/>
      <dgm:spPr/>
    </dgm:pt>
    <dgm:pt modelId="{4369211F-6B83-49ED-B460-6E60FC4A1669}" type="pres">
      <dgm:prSet presAssocID="{D21D8017-8306-4133-9A06-AF568AF44529}" presName="node" presStyleLbl="node1" presStyleIdx="1" presStyleCnt="3" custScaleX="43343" custScaleY="39881">
        <dgm:presLayoutVars>
          <dgm:bulletEnabled val="1"/>
        </dgm:presLayoutVars>
      </dgm:prSet>
      <dgm:spPr/>
    </dgm:pt>
    <dgm:pt modelId="{9D18EC3C-ECFA-49A7-9C91-7F3FB7E78278}" type="pres">
      <dgm:prSet presAssocID="{3242DF83-727E-483E-9833-D701D2EA49A7}" presName="sibTrans" presStyleLbl="sibTrans2D1" presStyleIdx="1" presStyleCnt="2" custScaleX="57379" custScaleY="49267"/>
      <dgm:spPr/>
    </dgm:pt>
    <dgm:pt modelId="{72BA48E2-2F47-4E89-A71F-E8F4946C83B6}" type="pres">
      <dgm:prSet presAssocID="{3242DF83-727E-483E-9833-D701D2EA49A7}" presName="connectorText" presStyleLbl="sibTrans2D1" presStyleIdx="1" presStyleCnt="2"/>
      <dgm:spPr/>
    </dgm:pt>
    <dgm:pt modelId="{C150A259-DE88-408E-AFE8-FBE09FEAC228}" type="pres">
      <dgm:prSet presAssocID="{E02ED7E4-870E-4268-8AEF-ACD994F48524}" presName="node" presStyleLbl="node1" presStyleIdx="2" presStyleCnt="3" custScaleX="43343" custScaleY="39881">
        <dgm:presLayoutVars>
          <dgm:bulletEnabled val="1"/>
        </dgm:presLayoutVars>
      </dgm:prSet>
      <dgm:spPr/>
    </dgm:pt>
  </dgm:ptLst>
  <dgm:cxnLst>
    <dgm:cxn modelId="{6870BA17-F656-4555-8F79-777AE56F1826}" type="presOf" srcId="{E02ED7E4-870E-4268-8AEF-ACD994F48524}" destId="{C150A259-DE88-408E-AFE8-FBE09FEAC228}" srcOrd="0" destOrd="0" presId="urn:microsoft.com/office/officeart/2005/8/layout/process1"/>
    <dgm:cxn modelId="{F937F645-3281-4714-89BF-0077EDA4F470}" type="presOf" srcId="{820BA410-D6FC-4F8C-8E6D-03B394E8AEC1}" destId="{FED58791-15C7-44B0-8F6E-F26726B63C95}" srcOrd="0" destOrd="0" presId="urn:microsoft.com/office/officeart/2005/8/layout/process1"/>
    <dgm:cxn modelId="{C5FE8254-9499-4B35-9B23-8B2A459B8952}" type="presOf" srcId="{3242DF83-727E-483E-9833-D701D2EA49A7}" destId="{72BA48E2-2F47-4E89-A71F-E8F4946C83B6}" srcOrd="1" destOrd="0" presId="urn:microsoft.com/office/officeart/2005/8/layout/process1"/>
    <dgm:cxn modelId="{4A54A695-9C30-45EC-B8E2-58669A096263}" srcId="{820BA410-D6FC-4F8C-8E6D-03B394E8AEC1}" destId="{6CA97393-2E58-4651-8FC6-1295A1179B7D}" srcOrd="0" destOrd="0" parTransId="{CB98EB24-8525-46F6-81C6-117A7E7FC051}" sibTransId="{79C57A7F-4603-4396-853B-67FC3D3C652E}"/>
    <dgm:cxn modelId="{6C1E8AA6-CD11-471B-AE90-1C4315C0107E}" srcId="{820BA410-D6FC-4F8C-8E6D-03B394E8AEC1}" destId="{E02ED7E4-870E-4268-8AEF-ACD994F48524}" srcOrd="2" destOrd="0" parTransId="{3DD0E8CF-737B-4FED-8590-DD87C8B9957C}" sibTransId="{B52B4E10-559B-4A6C-BAB2-1F151620DF0B}"/>
    <dgm:cxn modelId="{7EA708C5-639C-4A38-B642-EDEA4DB7FEFD}" type="presOf" srcId="{6CA97393-2E58-4651-8FC6-1295A1179B7D}" destId="{3118BC6C-762F-42EF-B3C1-47C055A06048}" srcOrd="0" destOrd="0" presId="urn:microsoft.com/office/officeart/2005/8/layout/process1"/>
    <dgm:cxn modelId="{EDA800C7-E486-4C10-9FD8-C43E7238B8DD}" type="presOf" srcId="{79C57A7F-4603-4396-853B-67FC3D3C652E}" destId="{BAEBFB21-7C74-4DE5-AF83-0704BD208FBD}" srcOrd="1" destOrd="0" presId="urn:microsoft.com/office/officeart/2005/8/layout/process1"/>
    <dgm:cxn modelId="{D4FD71E8-501C-4468-8871-E9FC365B2CB3}" srcId="{820BA410-D6FC-4F8C-8E6D-03B394E8AEC1}" destId="{D21D8017-8306-4133-9A06-AF568AF44529}" srcOrd="1" destOrd="0" parTransId="{50A84026-382F-4FEC-B932-2C60CD41B8A6}" sibTransId="{3242DF83-727E-483E-9833-D701D2EA49A7}"/>
    <dgm:cxn modelId="{8C330DE9-C1BF-4102-8586-7D8B35292E19}" type="presOf" srcId="{3242DF83-727E-483E-9833-D701D2EA49A7}" destId="{9D18EC3C-ECFA-49A7-9C91-7F3FB7E78278}" srcOrd="0" destOrd="0" presId="urn:microsoft.com/office/officeart/2005/8/layout/process1"/>
    <dgm:cxn modelId="{9C8A7EFA-5CAF-4BB3-A440-474648095B34}" type="presOf" srcId="{D21D8017-8306-4133-9A06-AF568AF44529}" destId="{4369211F-6B83-49ED-B460-6E60FC4A1669}" srcOrd="0" destOrd="0" presId="urn:microsoft.com/office/officeart/2005/8/layout/process1"/>
    <dgm:cxn modelId="{E39254FC-CC25-49AA-9B32-9A860A207496}" type="presOf" srcId="{79C57A7F-4603-4396-853B-67FC3D3C652E}" destId="{3C6DA2EB-C2DF-4DB4-AAF6-70F592AE5042}" srcOrd="0" destOrd="0" presId="urn:microsoft.com/office/officeart/2005/8/layout/process1"/>
    <dgm:cxn modelId="{70086ED9-913D-4BC6-9626-C33CC3BB812A}" type="presParOf" srcId="{FED58791-15C7-44B0-8F6E-F26726B63C95}" destId="{3118BC6C-762F-42EF-B3C1-47C055A06048}" srcOrd="0" destOrd="0" presId="urn:microsoft.com/office/officeart/2005/8/layout/process1"/>
    <dgm:cxn modelId="{8A9AF7DA-A0BE-4E8D-BCCF-DA866E6C7A61}" type="presParOf" srcId="{FED58791-15C7-44B0-8F6E-F26726B63C95}" destId="{3C6DA2EB-C2DF-4DB4-AAF6-70F592AE5042}" srcOrd="1" destOrd="0" presId="urn:microsoft.com/office/officeart/2005/8/layout/process1"/>
    <dgm:cxn modelId="{9FFCF8C6-4414-4798-AB02-2B8ABDB0E366}" type="presParOf" srcId="{3C6DA2EB-C2DF-4DB4-AAF6-70F592AE5042}" destId="{BAEBFB21-7C74-4DE5-AF83-0704BD208FBD}" srcOrd="0" destOrd="0" presId="urn:microsoft.com/office/officeart/2005/8/layout/process1"/>
    <dgm:cxn modelId="{DCED1C45-9701-4ADD-BC5A-64B48CD16E29}" type="presParOf" srcId="{FED58791-15C7-44B0-8F6E-F26726B63C95}" destId="{4369211F-6B83-49ED-B460-6E60FC4A1669}" srcOrd="2" destOrd="0" presId="urn:microsoft.com/office/officeart/2005/8/layout/process1"/>
    <dgm:cxn modelId="{309D2007-8DF9-4E41-9E39-A2BFDB3398EF}" type="presParOf" srcId="{FED58791-15C7-44B0-8F6E-F26726B63C95}" destId="{9D18EC3C-ECFA-49A7-9C91-7F3FB7E78278}" srcOrd="3" destOrd="0" presId="urn:microsoft.com/office/officeart/2005/8/layout/process1"/>
    <dgm:cxn modelId="{2BBB1BF7-C06C-4588-BF7D-B7C62D9BC4F6}" type="presParOf" srcId="{9D18EC3C-ECFA-49A7-9C91-7F3FB7E78278}" destId="{72BA48E2-2F47-4E89-A71F-E8F4946C83B6}" srcOrd="0" destOrd="0" presId="urn:microsoft.com/office/officeart/2005/8/layout/process1"/>
    <dgm:cxn modelId="{EAA225DA-C13C-403F-845E-FD46B451CAFA}" type="presParOf" srcId="{FED58791-15C7-44B0-8F6E-F26726B63C95}" destId="{C150A259-DE88-408E-AFE8-FBE09FEAC22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0BA410-D6FC-4F8C-8E6D-03B394E8AE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CA97393-2E58-4651-8FC6-1295A1179B7D}">
      <dgm:prSet phldrT="[Texto]"/>
      <dgm:spPr>
        <a:solidFill>
          <a:srgbClr val="B7100C"/>
        </a:solidFill>
      </dgm:spPr>
      <dgm:t>
        <a:bodyPr/>
        <a:lstStyle/>
        <a:p>
          <a:r>
            <a:rPr lang="en-US" dirty="0"/>
            <a:t>Import</a:t>
          </a:r>
        </a:p>
      </dgm:t>
    </dgm:pt>
    <dgm:pt modelId="{CB98EB24-8525-46F6-81C6-117A7E7FC051}" type="parTrans" cxnId="{4A54A695-9C30-45EC-B8E2-58669A096263}">
      <dgm:prSet/>
      <dgm:spPr/>
      <dgm:t>
        <a:bodyPr/>
        <a:lstStyle/>
        <a:p>
          <a:endParaRPr lang="en-US"/>
        </a:p>
      </dgm:t>
    </dgm:pt>
    <dgm:pt modelId="{79C57A7F-4603-4396-853B-67FC3D3C652E}" type="sibTrans" cxnId="{4A54A695-9C30-45EC-B8E2-58669A096263}">
      <dgm:prSet/>
      <dgm:spPr>
        <a:solidFill>
          <a:srgbClr val="930300">
            <a:alpha val="45882"/>
          </a:srgbClr>
        </a:solidFill>
      </dgm:spPr>
      <dgm:t>
        <a:bodyPr/>
        <a:lstStyle/>
        <a:p>
          <a:endParaRPr lang="en-US"/>
        </a:p>
      </dgm:t>
    </dgm:pt>
    <dgm:pt modelId="{D21D8017-8306-4133-9A06-AF568AF44529}">
      <dgm:prSet phldrT="[Texto]"/>
      <dgm:spPr>
        <a:solidFill>
          <a:srgbClr val="B7100C">
            <a:alpha val="20000"/>
          </a:srgbClr>
        </a:solidFill>
      </dgm:spPr>
      <dgm:t>
        <a:bodyPr/>
        <a:lstStyle/>
        <a:p>
          <a:r>
            <a:rPr lang="en-US" dirty="0"/>
            <a:t>Tidy /transform</a:t>
          </a:r>
        </a:p>
      </dgm:t>
    </dgm:pt>
    <dgm:pt modelId="{50A84026-382F-4FEC-B932-2C60CD41B8A6}" type="parTrans" cxnId="{D4FD71E8-501C-4468-8871-E9FC365B2CB3}">
      <dgm:prSet/>
      <dgm:spPr/>
      <dgm:t>
        <a:bodyPr/>
        <a:lstStyle/>
        <a:p>
          <a:endParaRPr lang="en-US"/>
        </a:p>
      </dgm:t>
    </dgm:pt>
    <dgm:pt modelId="{3242DF83-727E-483E-9833-D701D2EA49A7}" type="sibTrans" cxnId="{D4FD71E8-501C-4468-8871-E9FC365B2CB3}">
      <dgm:prSet/>
      <dgm:spPr>
        <a:solidFill>
          <a:srgbClr val="930300">
            <a:alpha val="45882"/>
          </a:srgbClr>
        </a:solidFill>
      </dgm:spPr>
      <dgm:t>
        <a:bodyPr/>
        <a:lstStyle/>
        <a:p>
          <a:endParaRPr lang="en-US"/>
        </a:p>
      </dgm:t>
    </dgm:pt>
    <dgm:pt modelId="{E02ED7E4-870E-4268-8AEF-ACD994F48524}">
      <dgm:prSet phldrT="[Texto]"/>
      <dgm:spPr>
        <a:solidFill>
          <a:srgbClr val="B7100C">
            <a:alpha val="20000"/>
          </a:srgbClr>
        </a:solidFill>
      </dgm:spPr>
      <dgm:t>
        <a:bodyPr/>
        <a:lstStyle/>
        <a:p>
          <a:r>
            <a:rPr lang="en-US" dirty="0"/>
            <a:t>Visualize</a:t>
          </a:r>
        </a:p>
      </dgm:t>
    </dgm:pt>
    <dgm:pt modelId="{3DD0E8CF-737B-4FED-8590-DD87C8B9957C}" type="parTrans" cxnId="{6C1E8AA6-CD11-471B-AE90-1C4315C0107E}">
      <dgm:prSet/>
      <dgm:spPr/>
      <dgm:t>
        <a:bodyPr/>
        <a:lstStyle/>
        <a:p>
          <a:endParaRPr lang="en-US"/>
        </a:p>
      </dgm:t>
    </dgm:pt>
    <dgm:pt modelId="{B52B4E10-559B-4A6C-BAB2-1F151620DF0B}" type="sibTrans" cxnId="{6C1E8AA6-CD11-471B-AE90-1C4315C0107E}">
      <dgm:prSet/>
      <dgm:spPr/>
      <dgm:t>
        <a:bodyPr/>
        <a:lstStyle/>
        <a:p>
          <a:endParaRPr lang="en-US"/>
        </a:p>
      </dgm:t>
    </dgm:pt>
    <dgm:pt modelId="{FED58791-15C7-44B0-8F6E-F26726B63C95}" type="pres">
      <dgm:prSet presAssocID="{820BA410-D6FC-4F8C-8E6D-03B394E8AEC1}" presName="Name0" presStyleCnt="0">
        <dgm:presLayoutVars>
          <dgm:dir/>
          <dgm:resizeHandles val="exact"/>
        </dgm:presLayoutVars>
      </dgm:prSet>
      <dgm:spPr/>
    </dgm:pt>
    <dgm:pt modelId="{3118BC6C-762F-42EF-B3C1-47C055A06048}" type="pres">
      <dgm:prSet presAssocID="{6CA97393-2E58-4651-8FC6-1295A1179B7D}" presName="node" presStyleLbl="node1" presStyleIdx="0" presStyleCnt="3" custScaleX="43343" custScaleY="39881">
        <dgm:presLayoutVars>
          <dgm:bulletEnabled val="1"/>
        </dgm:presLayoutVars>
      </dgm:prSet>
      <dgm:spPr/>
    </dgm:pt>
    <dgm:pt modelId="{3C6DA2EB-C2DF-4DB4-AAF6-70F592AE5042}" type="pres">
      <dgm:prSet presAssocID="{79C57A7F-4603-4396-853B-67FC3D3C652E}" presName="sibTrans" presStyleLbl="sibTrans2D1" presStyleIdx="0" presStyleCnt="2" custScaleX="57379" custScaleY="49267"/>
      <dgm:spPr/>
    </dgm:pt>
    <dgm:pt modelId="{BAEBFB21-7C74-4DE5-AF83-0704BD208FBD}" type="pres">
      <dgm:prSet presAssocID="{79C57A7F-4603-4396-853B-67FC3D3C652E}" presName="connectorText" presStyleLbl="sibTrans2D1" presStyleIdx="0" presStyleCnt="2"/>
      <dgm:spPr/>
    </dgm:pt>
    <dgm:pt modelId="{4369211F-6B83-49ED-B460-6E60FC4A1669}" type="pres">
      <dgm:prSet presAssocID="{D21D8017-8306-4133-9A06-AF568AF44529}" presName="node" presStyleLbl="node1" presStyleIdx="1" presStyleCnt="3" custScaleX="43343" custScaleY="39881">
        <dgm:presLayoutVars>
          <dgm:bulletEnabled val="1"/>
        </dgm:presLayoutVars>
      </dgm:prSet>
      <dgm:spPr/>
    </dgm:pt>
    <dgm:pt modelId="{9D18EC3C-ECFA-49A7-9C91-7F3FB7E78278}" type="pres">
      <dgm:prSet presAssocID="{3242DF83-727E-483E-9833-D701D2EA49A7}" presName="sibTrans" presStyleLbl="sibTrans2D1" presStyleIdx="1" presStyleCnt="2" custScaleX="57379" custScaleY="49267"/>
      <dgm:spPr/>
    </dgm:pt>
    <dgm:pt modelId="{72BA48E2-2F47-4E89-A71F-E8F4946C83B6}" type="pres">
      <dgm:prSet presAssocID="{3242DF83-727E-483E-9833-D701D2EA49A7}" presName="connectorText" presStyleLbl="sibTrans2D1" presStyleIdx="1" presStyleCnt="2"/>
      <dgm:spPr/>
    </dgm:pt>
    <dgm:pt modelId="{C150A259-DE88-408E-AFE8-FBE09FEAC228}" type="pres">
      <dgm:prSet presAssocID="{E02ED7E4-870E-4268-8AEF-ACD994F48524}" presName="node" presStyleLbl="node1" presStyleIdx="2" presStyleCnt="3" custScaleX="43343" custScaleY="39881">
        <dgm:presLayoutVars>
          <dgm:bulletEnabled val="1"/>
        </dgm:presLayoutVars>
      </dgm:prSet>
      <dgm:spPr/>
    </dgm:pt>
  </dgm:ptLst>
  <dgm:cxnLst>
    <dgm:cxn modelId="{6870BA17-F656-4555-8F79-777AE56F1826}" type="presOf" srcId="{E02ED7E4-870E-4268-8AEF-ACD994F48524}" destId="{C150A259-DE88-408E-AFE8-FBE09FEAC228}" srcOrd="0" destOrd="0" presId="urn:microsoft.com/office/officeart/2005/8/layout/process1"/>
    <dgm:cxn modelId="{F937F645-3281-4714-89BF-0077EDA4F470}" type="presOf" srcId="{820BA410-D6FC-4F8C-8E6D-03B394E8AEC1}" destId="{FED58791-15C7-44B0-8F6E-F26726B63C95}" srcOrd="0" destOrd="0" presId="urn:microsoft.com/office/officeart/2005/8/layout/process1"/>
    <dgm:cxn modelId="{C5FE8254-9499-4B35-9B23-8B2A459B8952}" type="presOf" srcId="{3242DF83-727E-483E-9833-D701D2EA49A7}" destId="{72BA48E2-2F47-4E89-A71F-E8F4946C83B6}" srcOrd="1" destOrd="0" presId="urn:microsoft.com/office/officeart/2005/8/layout/process1"/>
    <dgm:cxn modelId="{4A54A695-9C30-45EC-B8E2-58669A096263}" srcId="{820BA410-D6FC-4F8C-8E6D-03B394E8AEC1}" destId="{6CA97393-2E58-4651-8FC6-1295A1179B7D}" srcOrd="0" destOrd="0" parTransId="{CB98EB24-8525-46F6-81C6-117A7E7FC051}" sibTransId="{79C57A7F-4603-4396-853B-67FC3D3C652E}"/>
    <dgm:cxn modelId="{6C1E8AA6-CD11-471B-AE90-1C4315C0107E}" srcId="{820BA410-D6FC-4F8C-8E6D-03B394E8AEC1}" destId="{E02ED7E4-870E-4268-8AEF-ACD994F48524}" srcOrd="2" destOrd="0" parTransId="{3DD0E8CF-737B-4FED-8590-DD87C8B9957C}" sibTransId="{B52B4E10-559B-4A6C-BAB2-1F151620DF0B}"/>
    <dgm:cxn modelId="{7EA708C5-639C-4A38-B642-EDEA4DB7FEFD}" type="presOf" srcId="{6CA97393-2E58-4651-8FC6-1295A1179B7D}" destId="{3118BC6C-762F-42EF-B3C1-47C055A06048}" srcOrd="0" destOrd="0" presId="urn:microsoft.com/office/officeart/2005/8/layout/process1"/>
    <dgm:cxn modelId="{EDA800C7-E486-4C10-9FD8-C43E7238B8DD}" type="presOf" srcId="{79C57A7F-4603-4396-853B-67FC3D3C652E}" destId="{BAEBFB21-7C74-4DE5-AF83-0704BD208FBD}" srcOrd="1" destOrd="0" presId="urn:microsoft.com/office/officeart/2005/8/layout/process1"/>
    <dgm:cxn modelId="{D4FD71E8-501C-4468-8871-E9FC365B2CB3}" srcId="{820BA410-D6FC-4F8C-8E6D-03B394E8AEC1}" destId="{D21D8017-8306-4133-9A06-AF568AF44529}" srcOrd="1" destOrd="0" parTransId="{50A84026-382F-4FEC-B932-2C60CD41B8A6}" sibTransId="{3242DF83-727E-483E-9833-D701D2EA49A7}"/>
    <dgm:cxn modelId="{8C330DE9-C1BF-4102-8586-7D8B35292E19}" type="presOf" srcId="{3242DF83-727E-483E-9833-D701D2EA49A7}" destId="{9D18EC3C-ECFA-49A7-9C91-7F3FB7E78278}" srcOrd="0" destOrd="0" presId="urn:microsoft.com/office/officeart/2005/8/layout/process1"/>
    <dgm:cxn modelId="{9C8A7EFA-5CAF-4BB3-A440-474648095B34}" type="presOf" srcId="{D21D8017-8306-4133-9A06-AF568AF44529}" destId="{4369211F-6B83-49ED-B460-6E60FC4A1669}" srcOrd="0" destOrd="0" presId="urn:microsoft.com/office/officeart/2005/8/layout/process1"/>
    <dgm:cxn modelId="{E39254FC-CC25-49AA-9B32-9A860A207496}" type="presOf" srcId="{79C57A7F-4603-4396-853B-67FC3D3C652E}" destId="{3C6DA2EB-C2DF-4DB4-AAF6-70F592AE5042}" srcOrd="0" destOrd="0" presId="urn:microsoft.com/office/officeart/2005/8/layout/process1"/>
    <dgm:cxn modelId="{70086ED9-913D-4BC6-9626-C33CC3BB812A}" type="presParOf" srcId="{FED58791-15C7-44B0-8F6E-F26726B63C95}" destId="{3118BC6C-762F-42EF-B3C1-47C055A06048}" srcOrd="0" destOrd="0" presId="urn:microsoft.com/office/officeart/2005/8/layout/process1"/>
    <dgm:cxn modelId="{8A9AF7DA-A0BE-4E8D-BCCF-DA866E6C7A61}" type="presParOf" srcId="{FED58791-15C7-44B0-8F6E-F26726B63C95}" destId="{3C6DA2EB-C2DF-4DB4-AAF6-70F592AE5042}" srcOrd="1" destOrd="0" presId="urn:microsoft.com/office/officeart/2005/8/layout/process1"/>
    <dgm:cxn modelId="{9FFCF8C6-4414-4798-AB02-2B8ABDB0E366}" type="presParOf" srcId="{3C6DA2EB-C2DF-4DB4-AAF6-70F592AE5042}" destId="{BAEBFB21-7C74-4DE5-AF83-0704BD208FBD}" srcOrd="0" destOrd="0" presId="urn:microsoft.com/office/officeart/2005/8/layout/process1"/>
    <dgm:cxn modelId="{DCED1C45-9701-4ADD-BC5A-64B48CD16E29}" type="presParOf" srcId="{FED58791-15C7-44B0-8F6E-F26726B63C95}" destId="{4369211F-6B83-49ED-B460-6E60FC4A1669}" srcOrd="2" destOrd="0" presId="urn:microsoft.com/office/officeart/2005/8/layout/process1"/>
    <dgm:cxn modelId="{309D2007-8DF9-4E41-9E39-A2BFDB3398EF}" type="presParOf" srcId="{FED58791-15C7-44B0-8F6E-F26726B63C95}" destId="{9D18EC3C-ECFA-49A7-9C91-7F3FB7E78278}" srcOrd="3" destOrd="0" presId="urn:microsoft.com/office/officeart/2005/8/layout/process1"/>
    <dgm:cxn modelId="{2BBB1BF7-C06C-4588-BF7D-B7C62D9BC4F6}" type="presParOf" srcId="{9D18EC3C-ECFA-49A7-9C91-7F3FB7E78278}" destId="{72BA48E2-2F47-4E89-A71F-E8F4946C83B6}" srcOrd="0" destOrd="0" presId="urn:microsoft.com/office/officeart/2005/8/layout/process1"/>
    <dgm:cxn modelId="{EAA225DA-C13C-403F-845E-FD46B451CAFA}" type="presParOf" srcId="{FED58791-15C7-44B0-8F6E-F26726B63C95}" destId="{C150A259-DE88-408E-AFE8-FBE09FEAC22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0BA410-D6FC-4F8C-8E6D-03B394E8AE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CA97393-2E58-4651-8FC6-1295A1179B7D}">
      <dgm:prSet phldrT="[Texto]"/>
      <dgm:spPr>
        <a:solidFill>
          <a:srgbClr val="B7100C">
            <a:alpha val="20000"/>
          </a:srgbClr>
        </a:solidFill>
      </dgm:spPr>
      <dgm:t>
        <a:bodyPr/>
        <a:lstStyle/>
        <a:p>
          <a:r>
            <a:rPr lang="en-US" dirty="0"/>
            <a:t>Import</a:t>
          </a:r>
        </a:p>
      </dgm:t>
    </dgm:pt>
    <dgm:pt modelId="{CB98EB24-8525-46F6-81C6-117A7E7FC051}" type="parTrans" cxnId="{4A54A695-9C30-45EC-B8E2-58669A096263}">
      <dgm:prSet/>
      <dgm:spPr/>
      <dgm:t>
        <a:bodyPr/>
        <a:lstStyle/>
        <a:p>
          <a:endParaRPr lang="en-US"/>
        </a:p>
      </dgm:t>
    </dgm:pt>
    <dgm:pt modelId="{79C57A7F-4603-4396-853B-67FC3D3C652E}" type="sibTrans" cxnId="{4A54A695-9C30-45EC-B8E2-58669A096263}">
      <dgm:prSet/>
      <dgm:spPr>
        <a:solidFill>
          <a:srgbClr val="930300">
            <a:alpha val="45882"/>
          </a:srgbClr>
        </a:solidFill>
      </dgm:spPr>
      <dgm:t>
        <a:bodyPr/>
        <a:lstStyle/>
        <a:p>
          <a:endParaRPr lang="en-US"/>
        </a:p>
      </dgm:t>
    </dgm:pt>
    <dgm:pt modelId="{D21D8017-8306-4133-9A06-AF568AF44529}">
      <dgm:prSet phldrT="[Texto]"/>
      <dgm:spPr>
        <a:solidFill>
          <a:srgbClr val="B7100C"/>
        </a:solidFill>
      </dgm:spPr>
      <dgm:t>
        <a:bodyPr/>
        <a:lstStyle/>
        <a:p>
          <a:r>
            <a:rPr lang="en-US" dirty="0"/>
            <a:t>Tidy /transform</a:t>
          </a:r>
        </a:p>
      </dgm:t>
    </dgm:pt>
    <dgm:pt modelId="{50A84026-382F-4FEC-B932-2C60CD41B8A6}" type="parTrans" cxnId="{D4FD71E8-501C-4468-8871-E9FC365B2CB3}">
      <dgm:prSet/>
      <dgm:spPr/>
      <dgm:t>
        <a:bodyPr/>
        <a:lstStyle/>
        <a:p>
          <a:endParaRPr lang="en-US"/>
        </a:p>
      </dgm:t>
    </dgm:pt>
    <dgm:pt modelId="{3242DF83-727E-483E-9833-D701D2EA49A7}" type="sibTrans" cxnId="{D4FD71E8-501C-4468-8871-E9FC365B2CB3}">
      <dgm:prSet/>
      <dgm:spPr>
        <a:solidFill>
          <a:srgbClr val="930300">
            <a:alpha val="45882"/>
          </a:srgbClr>
        </a:solidFill>
      </dgm:spPr>
      <dgm:t>
        <a:bodyPr/>
        <a:lstStyle/>
        <a:p>
          <a:endParaRPr lang="en-US"/>
        </a:p>
      </dgm:t>
    </dgm:pt>
    <dgm:pt modelId="{E02ED7E4-870E-4268-8AEF-ACD994F48524}">
      <dgm:prSet phldrT="[Texto]"/>
      <dgm:spPr>
        <a:solidFill>
          <a:srgbClr val="B7100C">
            <a:alpha val="20000"/>
          </a:srgbClr>
        </a:solidFill>
      </dgm:spPr>
      <dgm:t>
        <a:bodyPr/>
        <a:lstStyle/>
        <a:p>
          <a:r>
            <a:rPr lang="en-US" dirty="0"/>
            <a:t>Visualize</a:t>
          </a:r>
        </a:p>
      </dgm:t>
    </dgm:pt>
    <dgm:pt modelId="{3DD0E8CF-737B-4FED-8590-DD87C8B9957C}" type="parTrans" cxnId="{6C1E8AA6-CD11-471B-AE90-1C4315C0107E}">
      <dgm:prSet/>
      <dgm:spPr/>
      <dgm:t>
        <a:bodyPr/>
        <a:lstStyle/>
        <a:p>
          <a:endParaRPr lang="en-US"/>
        </a:p>
      </dgm:t>
    </dgm:pt>
    <dgm:pt modelId="{B52B4E10-559B-4A6C-BAB2-1F151620DF0B}" type="sibTrans" cxnId="{6C1E8AA6-CD11-471B-AE90-1C4315C0107E}">
      <dgm:prSet/>
      <dgm:spPr/>
      <dgm:t>
        <a:bodyPr/>
        <a:lstStyle/>
        <a:p>
          <a:endParaRPr lang="en-US"/>
        </a:p>
      </dgm:t>
    </dgm:pt>
    <dgm:pt modelId="{FED58791-15C7-44B0-8F6E-F26726B63C95}" type="pres">
      <dgm:prSet presAssocID="{820BA410-D6FC-4F8C-8E6D-03B394E8AEC1}" presName="Name0" presStyleCnt="0">
        <dgm:presLayoutVars>
          <dgm:dir/>
          <dgm:resizeHandles val="exact"/>
        </dgm:presLayoutVars>
      </dgm:prSet>
      <dgm:spPr/>
    </dgm:pt>
    <dgm:pt modelId="{3118BC6C-762F-42EF-B3C1-47C055A06048}" type="pres">
      <dgm:prSet presAssocID="{6CA97393-2E58-4651-8FC6-1295A1179B7D}" presName="node" presStyleLbl="node1" presStyleIdx="0" presStyleCnt="3" custScaleX="43343" custScaleY="39881">
        <dgm:presLayoutVars>
          <dgm:bulletEnabled val="1"/>
        </dgm:presLayoutVars>
      </dgm:prSet>
      <dgm:spPr/>
    </dgm:pt>
    <dgm:pt modelId="{3C6DA2EB-C2DF-4DB4-AAF6-70F592AE5042}" type="pres">
      <dgm:prSet presAssocID="{79C57A7F-4603-4396-853B-67FC3D3C652E}" presName="sibTrans" presStyleLbl="sibTrans2D1" presStyleIdx="0" presStyleCnt="2" custScaleX="57379" custScaleY="49267"/>
      <dgm:spPr/>
    </dgm:pt>
    <dgm:pt modelId="{BAEBFB21-7C74-4DE5-AF83-0704BD208FBD}" type="pres">
      <dgm:prSet presAssocID="{79C57A7F-4603-4396-853B-67FC3D3C652E}" presName="connectorText" presStyleLbl="sibTrans2D1" presStyleIdx="0" presStyleCnt="2"/>
      <dgm:spPr/>
    </dgm:pt>
    <dgm:pt modelId="{4369211F-6B83-49ED-B460-6E60FC4A1669}" type="pres">
      <dgm:prSet presAssocID="{D21D8017-8306-4133-9A06-AF568AF44529}" presName="node" presStyleLbl="node1" presStyleIdx="1" presStyleCnt="3" custScaleX="43343" custScaleY="39881">
        <dgm:presLayoutVars>
          <dgm:bulletEnabled val="1"/>
        </dgm:presLayoutVars>
      </dgm:prSet>
      <dgm:spPr/>
    </dgm:pt>
    <dgm:pt modelId="{9D18EC3C-ECFA-49A7-9C91-7F3FB7E78278}" type="pres">
      <dgm:prSet presAssocID="{3242DF83-727E-483E-9833-D701D2EA49A7}" presName="sibTrans" presStyleLbl="sibTrans2D1" presStyleIdx="1" presStyleCnt="2" custScaleX="57379" custScaleY="49267"/>
      <dgm:spPr/>
    </dgm:pt>
    <dgm:pt modelId="{72BA48E2-2F47-4E89-A71F-E8F4946C83B6}" type="pres">
      <dgm:prSet presAssocID="{3242DF83-727E-483E-9833-D701D2EA49A7}" presName="connectorText" presStyleLbl="sibTrans2D1" presStyleIdx="1" presStyleCnt="2"/>
      <dgm:spPr/>
    </dgm:pt>
    <dgm:pt modelId="{C150A259-DE88-408E-AFE8-FBE09FEAC228}" type="pres">
      <dgm:prSet presAssocID="{E02ED7E4-870E-4268-8AEF-ACD994F48524}" presName="node" presStyleLbl="node1" presStyleIdx="2" presStyleCnt="3" custScaleX="43343" custScaleY="39881">
        <dgm:presLayoutVars>
          <dgm:bulletEnabled val="1"/>
        </dgm:presLayoutVars>
      </dgm:prSet>
      <dgm:spPr/>
    </dgm:pt>
  </dgm:ptLst>
  <dgm:cxnLst>
    <dgm:cxn modelId="{6870BA17-F656-4555-8F79-777AE56F1826}" type="presOf" srcId="{E02ED7E4-870E-4268-8AEF-ACD994F48524}" destId="{C150A259-DE88-408E-AFE8-FBE09FEAC228}" srcOrd="0" destOrd="0" presId="urn:microsoft.com/office/officeart/2005/8/layout/process1"/>
    <dgm:cxn modelId="{F937F645-3281-4714-89BF-0077EDA4F470}" type="presOf" srcId="{820BA410-D6FC-4F8C-8E6D-03B394E8AEC1}" destId="{FED58791-15C7-44B0-8F6E-F26726B63C95}" srcOrd="0" destOrd="0" presId="urn:microsoft.com/office/officeart/2005/8/layout/process1"/>
    <dgm:cxn modelId="{C5FE8254-9499-4B35-9B23-8B2A459B8952}" type="presOf" srcId="{3242DF83-727E-483E-9833-D701D2EA49A7}" destId="{72BA48E2-2F47-4E89-A71F-E8F4946C83B6}" srcOrd="1" destOrd="0" presId="urn:microsoft.com/office/officeart/2005/8/layout/process1"/>
    <dgm:cxn modelId="{4A54A695-9C30-45EC-B8E2-58669A096263}" srcId="{820BA410-D6FC-4F8C-8E6D-03B394E8AEC1}" destId="{6CA97393-2E58-4651-8FC6-1295A1179B7D}" srcOrd="0" destOrd="0" parTransId="{CB98EB24-8525-46F6-81C6-117A7E7FC051}" sibTransId="{79C57A7F-4603-4396-853B-67FC3D3C652E}"/>
    <dgm:cxn modelId="{6C1E8AA6-CD11-471B-AE90-1C4315C0107E}" srcId="{820BA410-D6FC-4F8C-8E6D-03B394E8AEC1}" destId="{E02ED7E4-870E-4268-8AEF-ACD994F48524}" srcOrd="2" destOrd="0" parTransId="{3DD0E8CF-737B-4FED-8590-DD87C8B9957C}" sibTransId="{B52B4E10-559B-4A6C-BAB2-1F151620DF0B}"/>
    <dgm:cxn modelId="{7EA708C5-639C-4A38-B642-EDEA4DB7FEFD}" type="presOf" srcId="{6CA97393-2E58-4651-8FC6-1295A1179B7D}" destId="{3118BC6C-762F-42EF-B3C1-47C055A06048}" srcOrd="0" destOrd="0" presId="urn:microsoft.com/office/officeart/2005/8/layout/process1"/>
    <dgm:cxn modelId="{EDA800C7-E486-4C10-9FD8-C43E7238B8DD}" type="presOf" srcId="{79C57A7F-4603-4396-853B-67FC3D3C652E}" destId="{BAEBFB21-7C74-4DE5-AF83-0704BD208FBD}" srcOrd="1" destOrd="0" presId="urn:microsoft.com/office/officeart/2005/8/layout/process1"/>
    <dgm:cxn modelId="{D4FD71E8-501C-4468-8871-E9FC365B2CB3}" srcId="{820BA410-D6FC-4F8C-8E6D-03B394E8AEC1}" destId="{D21D8017-8306-4133-9A06-AF568AF44529}" srcOrd="1" destOrd="0" parTransId="{50A84026-382F-4FEC-B932-2C60CD41B8A6}" sibTransId="{3242DF83-727E-483E-9833-D701D2EA49A7}"/>
    <dgm:cxn modelId="{8C330DE9-C1BF-4102-8586-7D8B35292E19}" type="presOf" srcId="{3242DF83-727E-483E-9833-D701D2EA49A7}" destId="{9D18EC3C-ECFA-49A7-9C91-7F3FB7E78278}" srcOrd="0" destOrd="0" presId="urn:microsoft.com/office/officeart/2005/8/layout/process1"/>
    <dgm:cxn modelId="{9C8A7EFA-5CAF-4BB3-A440-474648095B34}" type="presOf" srcId="{D21D8017-8306-4133-9A06-AF568AF44529}" destId="{4369211F-6B83-49ED-B460-6E60FC4A1669}" srcOrd="0" destOrd="0" presId="urn:microsoft.com/office/officeart/2005/8/layout/process1"/>
    <dgm:cxn modelId="{E39254FC-CC25-49AA-9B32-9A860A207496}" type="presOf" srcId="{79C57A7F-4603-4396-853B-67FC3D3C652E}" destId="{3C6DA2EB-C2DF-4DB4-AAF6-70F592AE5042}" srcOrd="0" destOrd="0" presId="urn:microsoft.com/office/officeart/2005/8/layout/process1"/>
    <dgm:cxn modelId="{70086ED9-913D-4BC6-9626-C33CC3BB812A}" type="presParOf" srcId="{FED58791-15C7-44B0-8F6E-F26726B63C95}" destId="{3118BC6C-762F-42EF-B3C1-47C055A06048}" srcOrd="0" destOrd="0" presId="urn:microsoft.com/office/officeart/2005/8/layout/process1"/>
    <dgm:cxn modelId="{8A9AF7DA-A0BE-4E8D-BCCF-DA866E6C7A61}" type="presParOf" srcId="{FED58791-15C7-44B0-8F6E-F26726B63C95}" destId="{3C6DA2EB-C2DF-4DB4-AAF6-70F592AE5042}" srcOrd="1" destOrd="0" presId="urn:microsoft.com/office/officeart/2005/8/layout/process1"/>
    <dgm:cxn modelId="{9FFCF8C6-4414-4798-AB02-2B8ABDB0E366}" type="presParOf" srcId="{3C6DA2EB-C2DF-4DB4-AAF6-70F592AE5042}" destId="{BAEBFB21-7C74-4DE5-AF83-0704BD208FBD}" srcOrd="0" destOrd="0" presId="urn:microsoft.com/office/officeart/2005/8/layout/process1"/>
    <dgm:cxn modelId="{DCED1C45-9701-4ADD-BC5A-64B48CD16E29}" type="presParOf" srcId="{FED58791-15C7-44B0-8F6E-F26726B63C95}" destId="{4369211F-6B83-49ED-B460-6E60FC4A1669}" srcOrd="2" destOrd="0" presId="urn:microsoft.com/office/officeart/2005/8/layout/process1"/>
    <dgm:cxn modelId="{309D2007-8DF9-4E41-9E39-A2BFDB3398EF}" type="presParOf" srcId="{FED58791-15C7-44B0-8F6E-F26726B63C95}" destId="{9D18EC3C-ECFA-49A7-9C91-7F3FB7E78278}" srcOrd="3" destOrd="0" presId="urn:microsoft.com/office/officeart/2005/8/layout/process1"/>
    <dgm:cxn modelId="{2BBB1BF7-C06C-4588-BF7D-B7C62D9BC4F6}" type="presParOf" srcId="{9D18EC3C-ECFA-49A7-9C91-7F3FB7E78278}" destId="{72BA48E2-2F47-4E89-A71F-E8F4946C83B6}" srcOrd="0" destOrd="0" presId="urn:microsoft.com/office/officeart/2005/8/layout/process1"/>
    <dgm:cxn modelId="{EAA225DA-C13C-403F-845E-FD46B451CAFA}" type="presParOf" srcId="{FED58791-15C7-44B0-8F6E-F26726B63C95}" destId="{C150A259-DE88-408E-AFE8-FBE09FEAC22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0BA410-D6FC-4F8C-8E6D-03B394E8AE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CA97393-2E58-4651-8FC6-1295A1179B7D}">
      <dgm:prSet phldrT="[Texto]"/>
      <dgm:spPr>
        <a:solidFill>
          <a:srgbClr val="B7100C">
            <a:alpha val="20000"/>
          </a:srgbClr>
        </a:solidFill>
      </dgm:spPr>
      <dgm:t>
        <a:bodyPr/>
        <a:lstStyle/>
        <a:p>
          <a:r>
            <a:rPr lang="en-US" dirty="0"/>
            <a:t>Import</a:t>
          </a:r>
        </a:p>
      </dgm:t>
    </dgm:pt>
    <dgm:pt modelId="{CB98EB24-8525-46F6-81C6-117A7E7FC051}" type="parTrans" cxnId="{4A54A695-9C30-45EC-B8E2-58669A096263}">
      <dgm:prSet/>
      <dgm:spPr/>
      <dgm:t>
        <a:bodyPr/>
        <a:lstStyle/>
        <a:p>
          <a:endParaRPr lang="en-US"/>
        </a:p>
      </dgm:t>
    </dgm:pt>
    <dgm:pt modelId="{79C57A7F-4603-4396-853B-67FC3D3C652E}" type="sibTrans" cxnId="{4A54A695-9C30-45EC-B8E2-58669A096263}">
      <dgm:prSet/>
      <dgm:spPr>
        <a:solidFill>
          <a:srgbClr val="930300">
            <a:alpha val="45882"/>
          </a:srgbClr>
        </a:solidFill>
      </dgm:spPr>
      <dgm:t>
        <a:bodyPr/>
        <a:lstStyle/>
        <a:p>
          <a:endParaRPr lang="en-US"/>
        </a:p>
      </dgm:t>
    </dgm:pt>
    <dgm:pt modelId="{D21D8017-8306-4133-9A06-AF568AF44529}">
      <dgm:prSet phldrT="[Texto]"/>
      <dgm:spPr>
        <a:solidFill>
          <a:srgbClr val="B7100C"/>
        </a:solidFill>
      </dgm:spPr>
      <dgm:t>
        <a:bodyPr/>
        <a:lstStyle/>
        <a:p>
          <a:r>
            <a:rPr lang="en-US" dirty="0"/>
            <a:t>Tidy /transform</a:t>
          </a:r>
        </a:p>
      </dgm:t>
    </dgm:pt>
    <dgm:pt modelId="{50A84026-382F-4FEC-B932-2C60CD41B8A6}" type="parTrans" cxnId="{D4FD71E8-501C-4468-8871-E9FC365B2CB3}">
      <dgm:prSet/>
      <dgm:spPr/>
      <dgm:t>
        <a:bodyPr/>
        <a:lstStyle/>
        <a:p>
          <a:endParaRPr lang="en-US"/>
        </a:p>
      </dgm:t>
    </dgm:pt>
    <dgm:pt modelId="{3242DF83-727E-483E-9833-D701D2EA49A7}" type="sibTrans" cxnId="{D4FD71E8-501C-4468-8871-E9FC365B2CB3}">
      <dgm:prSet/>
      <dgm:spPr>
        <a:solidFill>
          <a:srgbClr val="930300">
            <a:alpha val="45882"/>
          </a:srgbClr>
        </a:solidFill>
      </dgm:spPr>
      <dgm:t>
        <a:bodyPr/>
        <a:lstStyle/>
        <a:p>
          <a:endParaRPr lang="en-US"/>
        </a:p>
      </dgm:t>
    </dgm:pt>
    <dgm:pt modelId="{E02ED7E4-870E-4268-8AEF-ACD994F48524}">
      <dgm:prSet phldrT="[Texto]"/>
      <dgm:spPr>
        <a:solidFill>
          <a:srgbClr val="B7100C">
            <a:alpha val="20000"/>
          </a:srgbClr>
        </a:solidFill>
      </dgm:spPr>
      <dgm:t>
        <a:bodyPr/>
        <a:lstStyle/>
        <a:p>
          <a:r>
            <a:rPr lang="en-US" dirty="0"/>
            <a:t>Visualize</a:t>
          </a:r>
        </a:p>
      </dgm:t>
    </dgm:pt>
    <dgm:pt modelId="{3DD0E8CF-737B-4FED-8590-DD87C8B9957C}" type="parTrans" cxnId="{6C1E8AA6-CD11-471B-AE90-1C4315C0107E}">
      <dgm:prSet/>
      <dgm:spPr/>
      <dgm:t>
        <a:bodyPr/>
        <a:lstStyle/>
        <a:p>
          <a:endParaRPr lang="en-US"/>
        </a:p>
      </dgm:t>
    </dgm:pt>
    <dgm:pt modelId="{B52B4E10-559B-4A6C-BAB2-1F151620DF0B}" type="sibTrans" cxnId="{6C1E8AA6-CD11-471B-AE90-1C4315C0107E}">
      <dgm:prSet/>
      <dgm:spPr/>
      <dgm:t>
        <a:bodyPr/>
        <a:lstStyle/>
        <a:p>
          <a:endParaRPr lang="en-US"/>
        </a:p>
      </dgm:t>
    </dgm:pt>
    <dgm:pt modelId="{FED58791-15C7-44B0-8F6E-F26726B63C95}" type="pres">
      <dgm:prSet presAssocID="{820BA410-D6FC-4F8C-8E6D-03B394E8AEC1}" presName="Name0" presStyleCnt="0">
        <dgm:presLayoutVars>
          <dgm:dir/>
          <dgm:resizeHandles val="exact"/>
        </dgm:presLayoutVars>
      </dgm:prSet>
      <dgm:spPr/>
    </dgm:pt>
    <dgm:pt modelId="{3118BC6C-762F-42EF-B3C1-47C055A06048}" type="pres">
      <dgm:prSet presAssocID="{6CA97393-2E58-4651-8FC6-1295A1179B7D}" presName="node" presStyleLbl="node1" presStyleIdx="0" presStyleCnt="3" custScaleX="43343" custScaleY="39881">
        <dgm:presLayoutVars>
          <dgm:bulletEnabled val="1"/>
        </dgm:presLayoutVars>
      </dgm:prSet>
      <dgm:spPr/>
    </dgm:pt>
    <dgm:pt modelId="{3C6DA2EB-C2DF-4DB4-AAF6-70F592AE5042}" type="pres">
      <dgm:prSet presAssocID="{79C57A7F-4603-4396-853B-67FC3D3C652E}" presName="sibTrans" presStyleLbl="sibTrans2D1" presStyleIdx="0" presStyleCnt="2" custScaleX="57379" custScaleY="49267"/>
      <dgm:spPr/>
    </dgm:pt>
    <dgm:pt modelId="{BAEBFB21-7C74-4DE5-AF83-0704BD208FBD}" type="pres">
      <dgm:prSet presAssocID="{79C57A7F-4603-4396-853B-67FC3D3C652E}" presName="connectorText" presStyleLbl="sibTrans2D1" presStyleIdx="0" presStyleCnt="2"/>
      <dgm:spPr/>
    </dgm:pt>
    <dgm:pt modelId="{4369211F-6B83-49ED-B460-6E60FC4A1669}" type="pres">
      <dgm:prSet presAssocID="{D21D8017-8306-4133-9A06-AF568AF44529}" presName="node" presStyleLbl="node1" presStyleIdx="1" presStyleCnt="3" custScaleX="43343" custScaleY="39881">
        <dgm:presLayoutVars>
          <dgm:bulletEnabled val="1"/>
        </dgm:presLayoutVars>
      </dgm:prSet>
      <dgm:spPr/>
    </dgm:pt>
    <dgm:pt modelId="{9D18EC3C-ECFA-49A7-9C91-7F3FB7E78278}" type="pres">
      <dgm:prSet presAssocID="{3242DF83-727E-483E-9833-D701D2EA49A7}" presName="sibTrans" presStyleLbl="sibTrans2D1" presStyleIdx="1" presStyleCnt="2" custScaleX="57379" custScaleY="49267"/>
      <dgm:spPr/>
    </dgm:pt>
    <dgm:pt modelId="{72BA48E2-2F47-4E89-A71F-E8F4946C83B6}" type="pres">
      <dgm:prSet presAssocID="{3242DF83-727E-483E-9833-D701D2EA49A7}" presName="connectorText" presStyleLbl="sibTrans2D1" presStyleIdx="1" presStyleCnt="2"/>
      <dgm:spPr/>
    </dgm:pt>
    <dgm:pt modelId="{C150A259-DE88-408E-AFE8-FBE09FEAC228}" type="pres">
      <dgm:prSet presAssocID="{E02ED7E4-870E-4268-8AEF-ACD994F48524}" presName="node" presStyleLbl="node1" presStyleIdx="2" presStyleCnt="3" custScaleX="43343" custScaleY="39881">
        <dgm:presLayoutVars>
          <dgm:bulletEnabled val="1"/>
        </dgm:presLayoutVars>
      </dgm:prSet>
      <dgm:spPr/>
    </dgm:pt>
  </dgm:ptLst>
  <dgm:cxnLst>
    <dgm:cxn modelId="{6870BA17-F656-4555-8F79-777AE56F1826}" type="presOf" srcId="{E02ED7E4-870E-4268-8AEF-ACD994F48524}" destId="{C150A259-DE88-408E-AFE8-FBE09FEAC228}" srcOrd="0" destOrd="0" presId="urn:microsoft.com/office/officeart/2005/8/layout/process1"/>
    <dgm:cxn modelId="{F937F645-3281-4714-89BF-0077EDA4F470}" type="presOf" srcId="{820BA410-D6FC-4F8C-8E6D-03B394E8AEC1}" destId="{FED58791-15C7-44B0-8F6E-F26726B63C95}" srcOrd="0" destOrd="0" presId="urn:microsoft.com/office/officeart/2005/8/layout/process1"/>
    <dgm:cxn modelId="{C5FE8254-9499-4B35-9B23-8B2A459B8952}" type="presOf" srcId="{3242DF83-727E-483E-9833-D701D2EA49A7}" destId="{72BA48E2-2F47-4E89-A71F-E8F4946C83B6}" srcOrd="1" destOrd="0" presId="urn:microsoft.com/office/officeart/2005/8/layout/process1"/>
    <dgm:cxn modelId="{4A54A695-9C30-45EC-B8E2-58669A096263}" srcId="{820BA410-D6FC-4F8C-8E6D-03B394E8AEC1}" destId="{6CA97393-2E58-4651-8FC6-1295A1179B7D}" srcOrd="0" destOrd="0" parTransId="{CB98EB24-8525-46F6-81C6-117A7E7FC051}" sibTransId="{79C57A7F-4603-4396-853B-67FC3D3C652E}"/>
    <dgm:cxn modelId="{6C1E8AA6-CD11-471B-AE90-1C4315C0107E}" srcId="{820BA410-D6FC-4F8C-8E6D-03B394E8AEC1}" destId="{E02ED7E4-870E-4268-8AEF-ACD994F48524}" srcOrd="2" destOrd="0" parTransId="{3DD0E8CF-737B-4FED-8590-DD87C8B9957C}" sibTransId="{B52B4E10-559B-4A6C-BAB2-1F151620DF0B}"/>
    <dgm:cxn modelId="{7EA708C5-639C-4A38-B642-EDEA4DB7FEFD}" type="presOf" srcId="{6CA97393-2E58-4651-8FC6-1295A1179B7D}" destId="{3118BC6C-762F-42EF-B3C1-47C055A06048}" srcOrd="0" destOrd="0" presId="urn:microsoft.com/office/officeart/2005/8/layout/process1"/>
    <dgm:cxn modelId="{EDA800C7-E486-4C10-9FD8-C43E7238B8DD}" type="presOf" srcId="{79C57A7F-4603-4396-853B-67FC3D3C652E}" destId="{BAEBFB21-7C74-4DE5-AF83-0704BD208FBD}" srcOrd="1" destOrd="0" presId="urn:microsoft.com/office/officeart/2005/8/layout/process1"/>
    <dgm:cxn modelId="{D4FD71E8-501C-4468-8871-E9FC365B2CB3}" srcId="{820BA410-D6FC-4F8C-8E6D-03B394E8AEC1}" destId="{D21D8017-8306-4133-9A06-AF568AF44529}" srcOrd="1" destOrd="0" parTransId="{50A84026-382F-4FEC-B932-2C60CD41B8A6}" sibTransId="{3242DF83-727E-483E-9833-D701D2EA49A7}"/>
    <dgm:cxn modelId="{8C330DE9-C1BF-4102-8586-7D8B35292E19}" type="presOf" srcId="{3242DF83-727E-483E-9833-D701D2EA49A7}" destId="{9D18EC3C-ECFA-49A7-9C91-7F3FB7E78278}" srcOrd="0" destOrd="0" presId="urn:microsoft.com/office/officeart/2005/8/layout/process1"/>
    <dgm:cxn modelId="{9C8A7EFA-5CAF-4BB3-A440-474648095B34}" type="presOf" srcId="{D21D8017-8306-4133-9A06-AF568AF44529}" destId="{4369211F-6B83-49ED-B460-6E60FC4A1669}" srcOrd="0" destOrd="0" presId="urn:microsoft.com/office/officeart/2005/8/layout/process1"/>
    <dgm:cxn modelId="{E39254FC-CC25-49AA-9B32-9A860A207496}" type="presOf" srcId="{79C57A7F-4603-4396-853B-67FC3D3C652E}" destId="{3C6DA2EB-C2DF-4DB4-AAF6-70F592AE5042}" srcOrd="0" destOrd="0" presId="urn:microsoft.com/office/officeart/2005/8/layout/process1"/>
    <dgm:cxn modelId="{70086ED9-913D-4BC6-9626-C33CC3BB812A}" type="presParOf" srcId="{FED58791-15C7-44B0-8F6E-F26726B63C95}" destId="{3118BC6C-762F-42EF-B3C1-47C055A06048}" srcOrd="0" destOrd="0" presId="urn:microsoft.com/office/officeart/2005/8/layout/process1"/>
    <dgm:cxn modelId="{8A9AF7DA-A0BE-4E8D-BCCF-DA866E6C7A61}" type="presParOf" srcId="{FED58791-15C7-44B0-8F6E-F26726B63C95}" destId="{3C6DA2EB-C2DF-4DB4-AAF6-70F592AE5042}" srcOrd="1" destOrd="0" presId="urn:microsoft.com/office/officeart/2005/8/layout/process1"/>
    <dgm:cxn modelId="{9FFCF8C6-4414-4798-AB02-2B8ABDB0E366}" type="presParOf" srcId="{3C6DA2EB-C2DF-4DB4-AAF6-70F592AE5042}" destId="{BAEBFB21-7C74-4DE5-AF83-0704BD208FBD}" srcOrd="0" destOrd="0" presId="urn:microsoft.com/office/officeart/2005/8/layout/process1"/>
    <dgm:cxn modelId="{DCED1C45-9701-4ADD-BC5A-64B48CD16E29}" type="presParOf" srcId="{FED58791-15C7-44B0-8F6E-F26726B63C95}" destId="{4369211F-6B83-49ED-B460-6E60FC4A1669}" srcOrd="2" destOrd="0" presId="urn:microsoft.com/office/officeart/2005/8/layout/process1"/>
    <dgm:cxn modelId="{309D2007-8DF9-4E41-9E39-A2BFDB3398EF}" type="presParOf" srcId="{FED58791-15C7-44B0-8F6E-F26726B63C95}" destId="{9D18EC3C-ECFA-49A7-9C91-7F3FB7E78278}" srcOrd="3" destOrd="0" presId="urn:microsoft.com/office/officeart/2005/8/layout/process1"/>
    <dgm:cxn modelId="{2BBB1BF7-C06C-4588-BF7D-B7C62D9BC4F6}" type="presParOf" srcId="{9D18EC3C-ECFA-49A7-9C91-7F3FB7E78278}" destId="{72BA48E2-2F47-4E89-A71F-E8F4946C83B6}" srcOrd="0" destOrd="0" presId="urn:microsoft.com/office/officeart/2005/8/layout/process1"/>
    <dgm:cxn modelId="{EAA225DA-C13C-403F-845E-FD46B451CAFA}" type="presParOf" srcId="{FED58791-15C7-44B0-8F6E-F26726B63C95}" destId="{C150A259-DE88-408E-AFE8-FBE09FEAC22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0BA410-D6FC-4F8C-8E6D-03B394E8AE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CA97393-2E58-4651-8FC6-1295A1179B7D}">
      <dgm:prSet phldrT="[Texto]"/>
      <dgm:spPr>
        <a:solidFill>
          <a:srgbClr val="B7100C">
            <a:alpha val="20000"/>
          </a:srgbClr>
        </a:solidFill>
      </dgm:spPr>
      <dgm:t>
        <a:bodyPr/>
        <a:lstStyle/>
        <a:p>
          <a:r>
            <a:rPr lang="en-US" dirty="0"/>
            <a:t>Import</a:t>
          </a:r>
        </a:p>
      </dgm:t>
    </dgm:pt>
    <dgm:pt modelId="{CB98EB24-8525-46F6-81C6-117A7E7FC051}" type="parTrans" cxnId="{4A54A695-9C30-45EC-B8E2-58669A096263}">
      <dgm:prSet/>
      <dgm:spPr/>
      <dgm:t>
        <a:bodyPr/>
        <a:lstStyle/>
        <a:p>
          <a:endParaRPr lang="en-US"/>
        </a:p>
      </dgm:t>
    </dgm:pt>
    <dgm:pt modelId="{79C57A7F-4603-4396-853B-67FC3D3C652E}" type="sibTrans" cxnId="{4A54A695-9C30-45EC-B8E2-58669A096263}">
      <dgm:prSet/>
      <dgm:spPr>
        <a:solidFill>
          <a:srgbClr val="930300">
            <a:alpha val="45882"/>
          </a:srgbClr>
        </a:solidFill>
      </dgm:spPr>
      <dgm:t>
        <a:bodyPr/>
        <a:lstStyle/>
        <a:p>
          <a:endParaRPr lang="en-US"/>
        </a:p>
      </dgm:t>
    </dgm:pt>
    <dgm:pt modelId="{D21D8017-8306-4133-9A06-AF568AF44529}">
      <dgm:prSet phldrT="[Texto]"/>
      <dgm:spPr>
        <a:solidFill>
          <a:srgbClr val="B7100C"/>
        </a:solidFill>
      </dgm:spPr>
      <dgm:t>
        <a:bodyPr/>
        <a:lstStyle/>
        <a:p>
          <a:r>
            <a:rPr lang="en-US" dirty="0"/>
            <a:t>Tidy /transform</a:t>
          </a:r>
        </a:p>
      </dgm:t>
    </dgm:pt>
    <dgm:pt modelId="{50A84026-382F-4FEC-B932-2C60CD41B8A6}" type="parTrans" cxnId="{D4FD71E8-501C-4468-8871-E9FC365B2CB3}">
      <dgm:prSet/>
      <dgm:spPr/>
      <dgm:t>
        <a:bodyPr/>
        <a:lstStyle/>
        <a:p>
          <a:endParaRPr lang="en-US"/>
        </a:p>
      </dgm:t>
    </dgm:pt>
    <dgm:pt modelId="{3242DF83-727E-483E-9833-D701D2EA49A7}" type="sibTrans" cxnId="{D4FD71E8-501C-4468-8871-E9FC365B2CB3}">
      <dgm:prSet/>
      <dgm:spPr>
        <a:solidFill>
          <a:srgbClr val="930300">
            <a:alpha val="45882"/>
          </a:srgbClr>
        </a:solidFill>
      </dgm:spPr>
      <dgm:t>
        <a:bodyPr/>
        <a:lstStyle/>
        <a:p>
          <a:endParaRPr lang="en-US"/>
        </a:p>
      </dgm:t>
    </dgm:pt>
    <dgm:pt modelId="{E02ED7E4-870E-4268-8AEF-ACD994F48524}">
      <dgm:prSet phldrT="[Texto]"/>
      <dgm:spPr>
        <a:solidFill>
          <a:srgbClr val="B7100C">
            <a:alpha val="20000"/>
          </a:srgbClr>
        </a:solidFill>
      </dgm:spPr>
      <dgm:t>
        <a:bodyPr/>
        <a:lstStyle/>
        <a:p>
          <a:r>
            <a:rPr lang="en-US" dirty="0"/>
            <a:t>Visualize</a:t>
          </a:r>
        </a:p>
      </dgm:t>
    </dgm:pt>
    <dgm:pt modelId="{3DD0E8CF-737B-4FED-8590-DD87C8B9957C}" type="parTrans" cxnId="{6C1E8AA6-CD11-471B-AE90-1C4315C0107E}">
      <dgm:prSet/>
      <dgm:spPr/>
      <dgm:t>
        <a:bodyPr/>
        <a:lstStyle/>
        <a:p>
          <a:endParaRPr lang="en-US"/>
        </a:p>
      </dgm:t>
    </dgm:pt>
    <dgm:pt modelId="{B52B4E10-559B-4A6C-BAB2-1F151620DF0B}" type="sibTrans" cxnId="{6C1E8AA6-CD11-471B-AE90-1C4315C0107E}">
      <dgm:prSet/>
      <dgm:spPr/>
      <dgm:t>
        <a:bodyPr/>
        <a:lstStyle/>
        <a:p>
          <a:endParaRPr lang="en-US"/>
        </a:p>
      </dgm:t>
    </dgm:pt>
    <dgm:pt modelId="{FED58791-15C7-44B0-8F6E-F26726B63C95}" type="pres">
      <dgm:prSet presAssocID="{820BA410-D6FC-4F8C-8E6D-03B394E8AEC1}" presName="Name0" presStyleCnt="0">
        <dgm:presLayoutVars>
          <dgm:dir/>
          <dgm:resizeHandles val="exact"/>
        </dgm:presLayoutVars>
      </dgm:prSet>
      <dgm:spPr/>
    </dgm:pt>
    <dgm:pt modelId="{3118BC6C-762F-42EF-B3C1-47C055A06048}" type="pres">
      <dgm:prSet presAssocID="{6CA97393-2E58-4651-8FC6-1295A1179B7D}" presName="node" presStyleLbl="node1" presStyleIdx="0" presStyleCnt="3" custScaleX="43343" custScaleY="39881">
        <dgm:presLayoutVars>
          <dgm:bulletEnabled val="1"/>
        </dgm:presLayoutVars>
      </dgm:prSet>
      <dgm:spPr/>
    </dgm:pt>
    <dgm:pt modelId="{3C6DA2EB-C2DF-4DB4-AAF6-70F592AE5042}" type="pres">
      <dgm:prSet presAssocID="{79C57A7F-4603-4396-853B-67FC3D3C652E}" presName="sibTrans" presStyleLbl="sibTrans2D1" presStyleIdx="0" presStyleCnt="2" custScaleX="57379" custScaleY="49267"/>
      <dgm:spPr/>
    </dgm:pt>
    <dgm:pt modelId="{BAEBFB21-7C74-4DE5-AF83-0704BD208FBD}" type="pres">
      <dgm:prSet presAssocID="{79C57A7F-4603-4396-853B-67FC3D3C652E}" presName="connectorText" presStyleLbl="sibTrans2D1" presStyleIdx="0" presStyleCnt="2"/>
      <dgm:spPr/>
    </dgm:pt>
    <dgm:pt modelId="{4369211F-6B83-49ED-B460-6E60FC4A1669}" type="pres">
      <dgm:prSet presAssocID="{D21D8017-8306-4133-9A06-AF568AF44529}" presName="node" presStyleLbl="node1" presStyleIdx="1" presStyleCnt="3" custScaleX="43343" custScaleY="39881">
        <dgm:presLayoutVars>
          <dgm:bulletEnabled val="1"/>
        </dgm:presLayoutVars>
      </dgm:prSet>
      <dgm:spPr/>
    </dgm:pt>
    <dgm:pt modelId="{9D18EC3C-ECFA-49A7-9C91-7F3FB7E78278}" type="pres">
      <dgm:prSet presAssocID="{3242DF83-727E-483E-9833-D701D2EA49A7}" presName="sibTrans" presStyleLbl="sibTrans2D1" presStyleIdx="1" presStyleCnt="2" custScaleX="57379" custScaleY="49267"/>
      <dgm:spPr/>
    </dgm:pt>
    <dgm:pt modelId="{72BA48E2-2F47-4E89-A71F-E8F4946C83B6}" type="pres">
      <dgm:prSet presAssocID="{3242DF83-727E-483E-9833-D701D2EA49A7}" presName="connectorText" presStyleLbl="sibTrans2D1" presStyleIdx="1" presStyleCnt="2"/>
      <dgm:spPr/>
    </dgm:pt>
    <dgm:pt modelId="{C150A259-DE88-408E-AFE8-FBE09FEAC228}" type="pres">
      <dgm:prSet presAssocID="{E02ED7E4-870E-4268-8AEF-ACD994F48524}" presName="node" presStyleLbl="node1" presStyleIdx="2" presStyleCnt="3" custScaleX="43343" custScaleY="39881">
        <dgm:presLayoutVars>
          <dgm:bulletEnabled val="1"/>
        </dgm:presLayoutVars>
      </dgm:prSet>
      <dgm:spPr/>
    </dgm:pt>
  </dgm:ptLst>
  <dgm:cxnLst>
    <dgm:cxn modelId="{6870BA17-F656-4555-8F79-777AE56F1826}" type="presOf" srcId="{E02ED7E4-870E-4268-8AEF-ACD994F48524}" destId="{C150A259-DE88-408E-AFE8-FBE09FEAC228}" srcOrd="0" destOrd="0" presId="urn:microsoft.com/office/officeart/2005/8/layout/process1"/>
    <dgm:cxn modelId="{F937F645-3281-4714-89BF-0077EDA4F470}" type="presOf" srcId="{820BA410-D6FC-4F8C-8E6D-03B394E8AEC1}" destId="{FED58791-15C7-44B0-8F6E-F26726B63C95}" srcOrd="0" destOrd="0" presId="urn:microsoft.com/office/officeart/2005/8/layout/process1"/>
    <dgm:cxn modelId="{C5FE8254-9499-4B35-9B23-8B2A459B8952}" type="presOf" srcId="{3242DF83-727E-483E-9833-D701D2EA49A7}" destId="{72BA48E2-2F47-4E89-A71F-E8F4946C83B6}" srcOrd="1" destOrd="0" presId="urn:microsoft.com/office/officeart/2005/8/layout/process1"/>
    <dgm:cxn modelId="{4A54A695-9C30-45EC-B8E2-58669A096263}" srcId="{820BA410-D6FC-4F8C-8E6D-03B394E8AEC1}" destId="{6CA97393-2E58-4651-8FC6-1295A1179B7D}" srcOrd="0" destOrd="0" parTransId="{CB98EB24-8525-46F6-81C6-117A7E7FC051}" sibTransId="{79C57A7F-4603-4396-853B-67FC3D3C652E}"/>
    <dgm:cxn modelId="{6C1E8AA6-CD11-471B-AE90-1C4315C0107E}" srcId="{820BA410-D6FC-4F8C-8E6D-03B394E8AEC1}" destId="{E02ED7E4-870E-4268-8AEF-ACD994F48524}" srcOrd="2" destOrd="0" parTransId="{3DD0E8CF-737B-4FED-8590-DD87C8B9957C}" sibTransId="{B52B4E10-559B-4A6C-BAB2-1F151620DF0B}"/>
    <dgm:cxn modelId="{7EA708C5-639C-4A38-B642-EDEA4DB7FEFD}" type="presOf" srcId="{6CA97393-2E58-4651-8FC6-1295A1179B7D}" destId="{3118BC6C-762F-42EF-B3C1-47C055A06048}" srcOrd="0" destOrd="0" presId="urn:microsoft.com/office/officeart/2005/8/layout/process1"/>
    <dgm:cxn modelId="{EDA800C7-E486-4C10-9FD8-C43E7238B8DD}" type="presOf" srcId="{79C57A7F-4603-4396-853B-67FC3D3C652E}" destId="{BAEBFB21-7C74-4DE5-AF83-0704BD208FBD}" srcOrd="1" destOrd="0" presId="urn:microsoft.com/office/officeart/2005/8/layout/process1"/>
    <dgm:cxn modelId="{D4FD71E8-501C-4468-8871-E9FC365B2CB3}" srcId="{820BA410-D6FC-4F8C-8E6D-03B394E8AEC1}" destId="{D21D8017-8306-4133-9A06-AF568AF44529}" srcOrd="1" destOrd="0" parTransId="{50A84026-382F-4FEC-B932-2C60CD41B8A6}" sibTransId="{3242DF83-727E-483E-9833-D701D2EA49A7}"/>
    <dgm:cxn modelId="{8C330DE9-C1BF-4102-8586-7D8B35292E19}" type="presOf" srcId="{3242DF83-727E-483E-9833-D701D2EA49A7}" destId="{9D18EC3C-ECFA-49A7-9C91-7F3FB7E78278}" srcOrd="0" destOrd="0" presId="urn:microsoft.com/office/officeart/2005/8/layout/process1"/>
    <dgm:cxn modelId="{9C8A7EFA-5CAF-4BB3-A440-474648095B34}" type="presOf" srcId="{D21D8017-8306-4133-9A06-AF568AF44529}" destId="{4369211F-6B83-49ED-B460-6E60FC4A1669}" srcOrd="0" destOrd="0" presId="urn:microsoft.com/office/officeart/2005/8/layout/process1"/>
    <dgm:cxn modelId="{E39254FC-CC25-49AA-9B32-9A860A207496}" type="presOf" srcId="{79C57A7F-4603-4396-853B-67FC3D3C652E}" destId="{3C6DA2EB-C2DF-4DB4-AAF6-70F592AE5042}" srcOrd="0" destOrd="0" presId="urn:microsoft.com/office/officeart/2005/8/layout/process1"/>
    <dgm:cxn modelId="{70086ED9-913D-4BC6-9626-C33CC3BB812A}" type="presParOf" srcId="{FED58791-15C7-44B0-8F6E-F26726B63C95}" destId="{3118BC6C-762F-42EF-B3C1-47C055A06048}" srcOrd="0" destOrd="0" presId="urn:microsoft.com/office/officeart/2005/8/layout/process1"/>
    <dgm:cxn modelId="{8A9AF7DA-A0BE-4E8D-BCCF-DA866E6C7A61}" type="presParOf" srcId="{FED58791-15C7-44B0-8F6E-F26726B63C95}" destId="{3C6DA2EB-C2DF-4DB4-AAF6-70F592AE5042}" srcOrd="1" destOrd="0" presId="urn:microsoft.com/office/officeart/2005/8/layout/process1"/>
    <dgm:cxn modelId="{9FFCF8C6-4414-4798-AB02-2B8ABDB0E366}" type="presParOf" srcId="{3C6DA2EB-C2DF-4DB4-AAF6-70F592AE5042}" destId="{BAEBFB21-7C74-4DE5-AF83-0704BD208FBD}" srcOrd="0" destOrd="0" presId="urn:microsoft.com/office/officeart/2005/8/layout/process1"/>
    <dgm:cxn modelId="{DCED1C45-9701-4ADD-BC5A-64B48CD16E29}" type="presParOf" srcId="{FED58791-15C7-44B0-8F6E-F26726B63C95}" destId="{4369211F-6B83-49ED-B460-6E60FC4A1669}" srcOrd="2" destOrd="0" presId="urn:microsoft.com/office/officeart/2005/8/layout/process1"/>
    <dgm:cxn modelId="{309D2007-8DF9-4E41-9E39-A2BFDB3398EF}" type="presParOf" srcId="{FED58791-15C7-44B0-8F6E-F26726B63C95}" destId="{9D18EC3C-ECFA-49A7-9C91-7F3FB7E78278}" srcOrd="3" destOrd="0" presId="urn:microsoft.com/office/officeart/2005/8/layout/process1"/>
    <dgm:cxn modelId="{2BBB1BF7-C06C-4588-BF7D-B7C62D9BC4F6}" type="presParOf" srcId="{9D18EC3C-ECFA-49A7-9C91-7F3FB7E78278}" destId="{72BA48E2-2F47-4E89-A71F-E8F4946C83B6}" srcOrd="0" destOrd="0" presId="urn:microsoft.com/office/officeart/2005/8/layout/process1"/>
    <dgm:cxn modelId="{EAA225DA-C13C-403F-845E-FD46B451CAFA}" type="presParOf" srcId="{FED58791-15C7-44B0-8F6E-F26726B63C95}" destId="{C150A259-DE88-408E-AFE8-FBE09FEAC22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20BA410-D6FC-4F8C-8E6D-03B394E8AE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CA97393-2E58-4651-8FC6-1295A1179B7D}">
      <dgm:prSet phldrT="[Texto]"/>
      <dgm:spPr>
        <a:solidFill>
          <a:srgbClr val="B7100C">
            <a:alpha val="20000"/>
          </a:srgbClr>
        </a:solidFill>
      </dgm:spPr>
      <dgm:t>
        <a:bodyPr/>
        <a:lstStyle/>
        <a:p>
          <a:r>
            <a:rPr lang="en-US" dirty="0"/>
            <a:t>Import</a:t>
          </a:r>
        </a:p>
      </dgm:t>
    </dgm:pt>
    <dgm:pt modelId="{CB98EB24-8525-46F6-81C6-117A7E7FC051}" type="parTrans" cxnId="{4A54A695-9C30-45EC-B8E2-58669A096263}">
      <dgm:prSet/>
      <dgm:spPr/>
      <dgm:t>
        <a:bodyPr/>
        <a:lstStyle/>
        <a:p>
          <a:endParaRPr lang="en-US"/>
        </a:p>
      </dgm:t>
    </dgm:pt>
    <dgm:pt modelId="{79C57A7F-4603-4396-853B-67FC3D3C652E}" type="sibTrans" cxnId="{4A54A695-9C30-45EC-B8E2-58669A096263}">
      <dgm:prSet/>
      <dgm:spPr>
        <a:solidFill>
          <a:srgbClr val="930300">
            <a:alpha val="45882"/>
          </a:srgbClr>
        </a:solidFill>
      </dgm:spPr>
      <dgm:t>
        <a:bodyPr/>
        <a:lstStyle/>
        <a:p>
          <a:endParaRPr lang="en-US"/>
        </a:p>
      </dgm:t>
    </dgm:pt>
    <dgm:pt modelId="{D21D8017-8306-4133-9A06-AF568AF44529}">
      <dgm:prSet phldrT="[Texto]"/>
      <dgm:spPr>
        <a:solidFill>
          <a:srgbClr val="B7100C"/>
        </a:solidFill>
      </dgm:spPr>
      <dgm:t>
        <a:bodyPr/>
        <a:lstStyle/>
        <a:p>
          <a:r>
            <a:rPr lang="en-US" dirty="0"/>
            <a:t>Tidy /transform</a:t>
          </a:r>
        </a:p>
      </dgm:t>
    </dgm:pt>
    <dgm:pt modelId="{50A84026-382F-4FEC-B932-2C60CD41B8A6}" type="parTrans" cxnId="{D4FD71E8-501C-4468-8871-E9FC365B2CB3}">
      <dgm:prSet/>
      <dgm:spPr/>
      <dgm:t>
        <a:bodyPr/>
        <a:lstStyle/>
        <a:p>
          <a:endParaRPr lang="en-US"/>
        </a:p>
      </dgm:t>
    </dgm:pt>
    <dgm:pt modelId="{3242DF83-727E-483E-9833-D701D2EA49A7}" type="sibTrans" cxnId="{D4FD71E8-501C-4468-8871-E9FC365B2CB3}">
      <dgm:prSet/>
      <dgm:spPr>
        <a:solidFill>
          <a:srgbClr val="930300">
            <a:alpha val="45882"/>
          </a:srgbClr>
        </a:solidFill>
      </dgm:spPr>
      <dgm:t>
        <a:bodyPr/>
        <a:lstStyle/>
        <a:p>
          <a:endParaRPr lang="en-US"/>
        </a:p>
      </dgm:t>
    </dgm:pt>
    <dgm:pt modelId="{E02ED7E4-870E-4268-8AEF-ACD994F48524}">
      <dgm:prSet phldrT="[Texto]"/>
      <dgm:spPr>
        <a:solidFill>
          <a:srgbClr val="B7100C">
            <a:alpha val="20000"/>
          </a:srgbClr>
        </a:solidFill>
      </dgm:spPr>
      <dgm:t>
        <a:bodyPr/>
        <a:lstStyle/>
        <a:p>
          <a:r>
            <a:rPr lang="en-US" dirty="0"/>
            <a:t>Visualize</a:t>
          </a:r>
        </a:p>
      </dgm:t>
    </dgm:pt>
    <dgm:pt modelId="{3DD0E8CF-737B-4FED-8590-DD87C8B9957C}" type="parTrans" cxnId="{6C1E8AA6-CD11-471B-AE90-1C4315C0107E}">
      <dgm:prSet/>
      <dgm:spPr/>
      <dgm:t>
        <a:bodyPr/>
        <a:lstStyle/>
        <a:p>
          <a:endParaRPr lang="en-US"/>
        </a:p>
      </dgm:t>
    </dgm:pt>
    <dgm:pt modelId="{B52B4E10-559B-4A6C-BAB2-1F151620DF0B}" type="sibTrans" cxnId="{6C1E8AA6-CD11-471B-AE90-1C4315C0107E}">
      <dgm:prSet/>
      <dgm:spPr/>
      <dgm:t>
        <a:bodyPr/>
        <a:lstStyle/>
        <a:p>
          <a:endParaRPr lang="en-US"/>
        </a:p>
      </dgm:t>
    </dgm:pt>
    <dgm:pt modelId="{FED58791-15C7-44B0-8F6E-F26726B63C95}" type="pres">
      <dgm:prSet presAssocID="{820BA410-D6FC-4F8C-8E6D-03B394E8AEC1}" presName="Name0" presStyleCnt="0">
        <dgm:presLayoutVars>
          <dgm:dir/>
          <dgm:resizeHandles val="exact"/>
        </dgm:presLayoutVars>
      </dgm:prSet>
      <dgm:spPr/>
    </dgm:pt>
    <dgm:pt modelId="{3118BC6C-762F-42EF-B3C1-47C055A06048}" type="pres">
      <dgm:prSet presAssocID="{6CA97393-2E58-4651-8FC6-1295A1179B7D}" presName="node" presStyleLbl="node1" presStyleIdx="0" presStyleCnt="3" custScaleX="43343" custScaleY="39881">
        <dgm:presLayoutVars>
          <dgm:bulletEnabled val="1"/>
        </dgm:presLayoutVars>
      </dgm:prSet>
      <dgm:spPr/>
    </dgm:pt>
    <dgm:pt modelId="{3C6DA2EB-C2DF-4DB4-AAF6-70F592AE5042}" type="pres">
      <dgm:prSet presAssocID="{79C57A7F-4603-4396-853B-67FC3D3C652E}" presName="sibTrans" presStyleLbl="sibTrans2D1" presStyleIdx="0" presStyleCnt="2" custScaleX="57379" custScaleY="49267"/>
      <dgm:spPr/>
    </dgm:pt>
    <dgm:pt modelId="{BAEBFB21-7C74-4DE5-AF83-0704BD208FBD}" type="pres">
      <dgm:prSet presAssocID="{79C57A7F-4603-4396-853B-67FC3D3C652E}" presName="connectorText" presStyleLbl="sibTrans2D1" presStyleIdx="0" presStyleCnt="2"/>
      <dgm:spPr/>
    </dgm:pt>
    <dgm:pt modelId="{4369211F-6B83-49ED-B460-6E60FC4A1669}" type="pres">
      <dgm:prSet presAssocID="{D21D8017-8306-4133-9A06-AF568AF44529}" presName="node" presStyleLbl="node1" presStyleIdx="1" presStyleCnt="3" custScaleX="43343" custScaleY="39881">
        <dgm:presLayoutVars>
          <dgm:bulletEnabled val="1"/>
        </dgm:presLayoutVars>
      </dgm:prSet>
      <dgm:spPr/>
    </dgm:pt>
    <dgm:pt modelId="{9D18EC3C-ECFA-49A7-9C91-7F3FB7E78278}" type="pres">
      <dgm:prSet presAssocID="{3242DF83-727E-483E-9833-D701D2EA49A7}" presName="sibTrans" presStyleLbl="sibTrans2D1" presStyleIdx="1" presStyleCnt="2" custScaleX="57379" custScaleY="49267"/>
      <dgm:spPr/>
    </dgm:pt>
    <dgm:pt modelId="{72BA48E2-2F47-4E89-A71F-E8F4946C83B6}" type="pres">
      <dgm:prSet presAssocID="{3242DF83-727E-483E-9833-D701D2EA49A7}" presName="connectorText" presStyleLbl="sibTrans2D1" presStyleIdx="1" presStyleCnt="2"/>
      <dgm:spPr/>
    </dgm:pt>
    <dgm:pt modelId="{C150A259-DE88-408E-AFE8-FBE09FEAC228}" type="pres">
      <dgm:prSet presAssocID="{E02ED7E4-870E-4268-8AEF-ACD994F48524}" presName="node" presStyleLbl="node1" presStyleIdx="2" presStyleCnt="3" custScaleX="43343" custScaleY="39881">
        <dgm:presLayoutVars>
          <dgm:bulletEnabled val="1"/>
        </dgm:presLayoutVars>
      </dgm:prSet>
      <dgm:spPr/>
    </dgm:pt>
  </dgm:ptLst>
  <dgm:cxnLst>
    <dgm:cxn modelId="{6870BA17-F656-4555-8F79-777AE56F1826}" type="presOf" srcId="{E02ED7E4-870E-4268-8AEF-ACD994F48524}" destId="{C150A259-DE88-408E-AFE8-FBE09FEAC228}" srcOrd="0" destOrd="0" presId="urn:microsoft.com/office/officeart/2005/8/layout/process1"/>
    <dgm:cxn modelId="{F937F645-3281-4714-89BF-0077EDA4F470}" type="presOf" srcId="{820BA410-D6FC-4F8C-8E6D-03B394E8AEC1}" destId="{FED58791-15C7-44B0-8F6E-F26726B63C95}" srcOrd="0" destOrd="0" presId="urn:microsoft.com/office/officeart/2005/8/layout/process1"/>
    <dgm:cxn modelId="{C5FE8254-9499-4B35-9B23-8B2A459B8952}" type="presOf" srcId="{3242DF83-727E-483E-9833-D701D2EA49A7}" destId="{72BA48E2-2F47-4E89-A71F-E8F4946C83B6}" srcOrd="1" destOrd="0" presId="urn:microsoft.com/office/officeart/2005/8/layout/process1"/>
    <dgm:cxn modelId="{4A54A695-9C30-45EC-B8E2-58669A096263}" srcId="{820BA410-D6FC-4F8C-8E6D-03B394E8AEC1}" destId="{6CA97393-2E58-4651-8FC6-1295A1179B7D}" srcOrd="0" destOrd="0" parTransId="{CB98EB24-8525-46F6-81C6-117A7E7FC051}" sibTransId="{79C57A7F-4603-4396-853B-67FC3D3C652E}"/>
    <dgm:cxn modelId="{6C1E8AA6-CD11-471B-AE90-1C4315C0107E}" srcId="{820BA410-D6FC-4F8C-8E6D-03B394E8AEC1}" destId="{E02ED7E4-870E-4268-8AEF-ACD994F48524}" srcOrd="2" destOrd="0" parTransId="{3DD0E8CF-737B-4FED-8590-DD87C8B9957C}" sibTransId="{B52B4E10-559B-4A6C-BAB2-1F151620DF0B}"/>
    <dgm:cxn modelId="{7EA708C5-639C-4A38-B642-EDEA4DB7FEFD}" type="presOf" srcId="{6CA97393-2E58-4651-8FC6-1295A1179B7D}" destId="{3118BC6C-762F-42EF-B3C1-47C055A06048}" srcOrd="0" destOrd="0" presId="urn:microsoft.com/office/officeart/2005/8/layout/process1"/>
    <dgm:cxn modelId="{EDA800C7-E486-4C10-9FD8-C43E7238B8DD}" type="presOf" srcId="{79C57A7F-4603-4396-853B-67FC3D3C652E}" destId="{BAEBFB21-7C74-4DE5-AF83-0704BD208FBD}" srcOrd="1" destOrd="0" presId="urn:microsoft.com/office/officeart/2005/8/layout/process1"/>
    <dgm:cxn modelId="{D4FD71E8-501C-4468-8871-E9FC365B2CB3}" srcId="{820BA410-D6FC-4F8C-8E6D-03B394E8AEC1}" destId="{D21D8017-8306-4133-9A06-AF568AF44529}" srcOrd="1" destOrd="0" parTransId="{50A84026-382F-4FEC-B932-2C60CD41B8A6}" sibTransId="{3242DF83-727E-483E-9833-D701D2EA49A7}"/>
    <dgm:cxn modelId="{8C330DE9-C1BF-4102-8586-7D8B35292E19}" type="presOf" srcId="{3242DF83-727E-483E-9833-D701D2EA49A7}" destId="{9D18EC3C-ECFA-49A7-9C91-7F3FB7E78278}" srcOrd="0" destOrd="0" presId="urn:microsoft.com/office/officeart/2005/8/layout/process1"/>
    <dgm:cxn modelId="{9C8A7EFA-5CAF-4BB3-A440-474648095B34}" type="presOf" srcId="{D21D8017-8306-4133-9A06-AF568AF44529}" destId="{4369211F-6B83-49ED-B460-6E60FC4A1669}" srcOrd="0" destOrd="0" presId="urn:microsoft.com/office/officeart/2005/8/layout/process1"/>
    <dgm:cxn modelId="{E39254FC-CC25-49AA-9B32-9A860A207496}" type="presOf" srcId="{79C57A7F-4603-4396-853B-67FC3D3C652E}" destId="{3C6DA2EB-C2DF-4DB4-AAF6-70F592AE5042}" srcOrd="0" destOrd="0" presId="urn:microsoft.com/office/officeart/2005/8/layout/process1"/>
    <dgm:cxn modelId="{70086ED9-913D-4BC6-9626-C33CC3BB812A}" type="presParOf" srcId="{FED58791-15C7-44B0-8F6E-F26726B63C95}" destId="{3118BC6C-762F-42EF-B3C1-47C055A06048}" srcOrd="0" destOrd="0" presId="urn:microsoft.com/office/officeart/2005/8/layout/process1"/>
    <dgm:cxn modelId="{8A9AF7DA-A0BE-4E8D-BCCF-DA866E6C7A61}" type="presParOf" srcId="{FED58791-15C7-44B0-8F6E-F26726B63C95}" destId="{3C6DA2EB-C2DF-4DB4-AAF6-70F592AE5042}" srcOrd="1" destOrd="0" presId="urn:microsoft.com/office/officeart/2005/8/layout/process1"/>
    <dgm:cxn modelId="{9FFCF8C6-4414-4798-AB02-2B8ABDB0E366}" type="presParOf" srcId="{3C6DA2EB-C2DF-4DB4-AAF6-70F592AE5042}" destId="{BAEBFB21-7C74-4DE5-AF83-0704BD208FBD}" srcOrd="0" destOrd="0" presId="urn:microsoft.com/office/officeart/2005/8/layout/process1"/>
    <dgm:cxn modelId="{DCED1C45-9701-4ADD-BC5A-64B48CD16E29}" type="presParOf" srcId="{FED58791-15C7-44B0-8F6E-F26726B63C95}" destId="{4369211F-6B83-49ED-B460-6E60FC4A1669}" srcOrd="2" destOrd="0" presId="urn:microsoft.com/office/officeart/2005/8/layout/process1"/>
    <dgm:cxn modelId="{309D2007-8DF9-4E41-9E39-A2BFDB3398EF}" type="presParOf" srcId="{FED58791-15C7-44B0-8F6E-F26726B63C95}" destId="{9D18EC3C-ECFA-49A7-9C91-7F3FB7E78278}" srcOrd="3" destOrd="0" presId="urn:microsoft.com/office/officeart/2005/8/layout/process1"/>
    <dgm:cxn modelId="{2BBB1BF7-C06C-4588-BF7D-B7C62D9BC4F6}" type="presParOf" srcId="{9D18EC3C-ECFA-49A7-9C91-7F3FB7E78278}" destId="{72BA48E2-2F47-4E89-A71F-E8F4946C83B6}" srcOrd="0" destOrd="0" presId="urn:microsoft.com/office/officeart/2005/8/layout/process1"/>
    <dgm:cxn modelId="{EAA225DA-C13C-403F-845E-FD46B451CAFA}" type="presParOf" srcId="{FED58791-15C7-44B0-8F6E-F26726B63C95}" destId="{C150A259-DE88-408E-AFE8-FBE09FEAC22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8BC6C-762F-42EF-B3C1-47C055A06048}">
      <dsp:nvSpPr>
        <dsp:cNvPr id="0" name=""/>
        <dsp:cNvSpPr/>
      </dsp:nvSpPr>
      <dsp:spPr>
        <a:xfrm>
          <a:off x="368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Import</a:t>
          </a:r>
        </a:p>
      </dsp:txBody>
      <dsp:txXfrm>
        <a:off x="23579" y="1186506"/>
        <a:ext cx="1389062" cy="746073"/>
      </dsp:txXfrm>
    </dsp:sp>
    <dsp:sp modelId="{3C6DA2EB-C2DF-4DB4-AAF6-70F592AE5042}">
      <dsp:nvSpPr>
        <dsp:cNvPr id="0" name=""/>
        <dsp:cNvSpPr/>
      </dsp:nvSpPr>
      <dsp:spPr>
        <a:xfrm>
          <a:off x="1916672" y="1357214"/>
          <a:ext cx="402873" cy="404657"/>
        </a:xfrm>
        <a:prstGeom prst="rightArrow">
          <a:avLst>
            <a:gd name="adj1" fmla="val 60000"/>
            <a:gd name="adj2" fmla="val 50000"/>
          </a:avLst>
        </a:prstGeom>
        <a:solidFill>
          <a:srgbClr val="930300">
            <a:alpha val="45882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916672" y="1438145"/>
        <a:ext cx="282011" cy="242795"/>
      </dsp:txXfrm>
    </dsp:sp>
    <dsp:sp modelId="{4369211F-6B83-49ED-B460-6E60FC4A1669}">
      <dsp:nvSpPr>
        <dsp:cNvPr id="0" name=""/>
        <dsp:cNvSpPr/>
      </dsp:nvSpPr>
      <dsp:spPr>
        <a:xfrm>
          <a:off x="2760620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>
            <a:alpha val="2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Tidy /transform</a:t>
          </a:r>
        </a:p>
      </dsp:txBody>
      <dsp:txXfrm>
        <a:off x="2783831" y="1186506"/>
        <a:ext cx="1389062" cy="746073"/>
      </dsp:txXfrm>
    </dsp:sp>
    <dsp:sp modelId="{9D18EC3C-ECFA-49A7-9C91-7F3FB7E78278}">
      <dsp:nvSpPr>
        <dsp:cNvPr id="0" name=""/>
        <dsp:cNvSpPr/>
      </dsp:nvSpPr>
      <dsp:spPr>
        <a:xfrm>
          <a:off x="4676923" y="1357214"/>
          <a:ext cx="402873" cy="404657"/>
        </a:xfrm>
        <a:prstGeom prst="rightArrow">
          <a:avLst>
            <a:gd name="adj1" fmla="val 60000"/>
            <a:gd name="adj2" fmla="val 50000"/>
          </a:avLst>
        </a:prstGeom>
        <a:solidFill>
          <a:srgbClr val="930300">
            <a:alpha val="45882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676923" y="1438145"/>
        <a:ext cx="282011" cy="242795"/>
      </dsp:txXfrm>
    </dsp:sp>
    <dsp:sp modelId="{C150A259-DE88-408E-AFE8-FBE09FEAC228}">
      <dsp:nvSpPr>
        <dsp:cNvPr id="0" name=""/>
        <dsp:cNvSpPr/>
      </dsp:nvSpPr>
      <dsp:spPr>
        <a:xfrm>
          <a:off x="5520872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>
            <a:alpha val="2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Visualize</a:t>
          </a:r>
        </a:p>
      </dsp:txBody>
      <dsp:txXfrm>
        <a:off x="5544083" y="1186506"/>
        <a:ext cx="1389062" cy="7460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8BC6C-762F-42EF-B3C1-47C055A06048}">
      <dsp:nvSpPr>
        <dsp:cNvPr id="0" name=""/>
        <dsp:cNvSpPr/>
      </dsp:nvSpPr>
      <dsp:spPr>
        <a:xfrm>
          <a:off x="368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Import</a:t>
          </a:r>
        </a:p>
      </dsp:txBody>
      <dsp:txXfrm>
        <a:off x="23579" y="1186506"/>
        <a:ext cx="1389062" cy="746073"/>
      </dsp:txXfrm>
    </dsp:sp>
    <dsp:sp modelId="{3C6DA2EB-C2DF-4DB4-AAF6-70F592AE5042}">
      <dsp:nvSpPr>
        <dsp:cNvPr id="0" name=""/>
        <dsp:cNvSpPr/>
      </dsp:nvSpPr>
      <dsp:spPr>
        <a:xfrm>
          <a:off x="1916672" y="1357214"/>
          <a:ext cx="402873" cy="404657"/>
        </a:xfrm>
        <a:prstGeom prst="rightArrow">
          <a:avLst>
            <a:gd name="adj1" fmla="val 60000"/>
            <a:gd name="adj2" fmla="val 50000"/>
          </a:avLst>
        </a:prstGeom>
        <a:solidFill>
          <a:srgbClr val="930300">
            <a:alpha val="45882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916672" y="1438145"/>
        <a:ext cx="282011" cy="242795"/>
      </dsp:txXfrm>
    </dsp:sp>
    <dsp:sp modelId="{4369211F-6B83-49ED-B460-6E60FC4A1669}">
      <dsp:nvSpPr>
        <dsp:cNvPr id="0" name=""/>
        <dsp:cNvSpPr/>
      </dsp:nvSpPr>
      <dsp:spPr>
        <a:xfrm>
          <a:off x="2760620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>
            <a:alpha val="2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Tidy /transform</a:t>
          </a:r>
        </a:p>
      </dsp:txBody>
      <dsp:txXfrm>
        <a:off x="2783831" y="1186506"/>
        <a:ext cx="1389062" cy="746073"/>
      </dsp:txXfrm>
    </dsp:sp>
    <dsp:sp modelId="{9D18EC3C-ECFA-49A7-9C91-7F3FB7E78278}">
      <dsp:nvSpPr>
        <dsp:cNvPr id="0" name=""/>
        <dsp:cNvSpPr/>
      </dsp:nvSpPr>
      <dsp:spPr>
        <a:xfrm>
          <a:off x="4676923" y="1357214"/>
          <a:ext cx="402873" cy="404657"/>
        </a:xfrm>
        <a:prstGeom prst="rightArrow">
          <a:avLst>
            <a:gd name="adj1" fmla="val 60000"/>
            <a:gd name="adj2" fmla="val 50000"/>
          </a:avLst>
        </a:prstGeom>
        <a:solidFill>
          <a:srgbClr val="930300">
            <a:alpha val="45882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676923" y="1438145"/>
        <a:ext cx="282011" cy="242795"/>
      </dsp:txXfrm>
    </dsp:sp>
    <dsp:sp modelId="{C150A259-DE88-408E-AFE8-FBE09FEAC228}">
      <dsp:nvSpPr>
        <dsp:cNvPr id="0" name=""/>
        <dsp:cNvSpPr/>
      </dsp:nvSpPr>
      <dsp:spPr>
        <a:xfrm>
          <a:off x="5520872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>
            <a:alpha val="2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Visualize</a:t>
          </a:r>
        </a:p>
      </dsp:txBody>
      <dsp:txXfrm>
        <a:off x="5544083" y="1186506"/>
        <a:ext cx="1389062" cy="7460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8BC6C-762F-42EF-B3C1-47C055A06048}">
      <dsp:nvSpPr>
        <dsp:cNvPr id="0" name=""/>
        <dsp:cNvSpPr/>
      </dsp:nvSpPr>
      <dsp:spPr>
        <a:xfrm>
          <a:off x="368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>
            <a:alpha val="2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Import</a:t>
          </a:r>
        </a:p>
      </dsp:txBody>
      <dsp:txXfrm>
        <a:off x="23579" y="1186506"/>
        <a:ext cx="1389062" cy="746073"/>
      </dsp:txXfrm>
    </dsp:sp>
    <dsp:sp modelId="{3C6DA2EB-C2DF-4DB4-AAF6-70F592AE5042}">
      <dsp:nvSpPr>
        <dsp:cNvPr id="0" name=""/>
        <dsp:cNvSpPr/>
      </dsp:nvSpPr>
      <dsp:spPr>
        <a:xfrm>
          <a:off x="1916672" y="1357214"/>
          <a:ext cx="402873" cy="404657"/>
        </a:xfrm>
        <a:prstGeom prst="rightArrow">
          <a:avLst>
            <a:gd name="adj1" fmla="val 60000"/>
            <a:gd name="adj2" fmla="val 50000"/>
          </a:avLst>
        </a:prstGeom>
        <a:solidFill>
          <a:srgbClr val="930300">
            <a:alpha val="45882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916672" y="1438145"/>
        <a:ext cx="282011" cy="242795"/>
      </dsp:txXfrm>
    </dsp:sp>
    <dsp:sp modelId="{4369211F-6B83-49ED-B460-6E60FC4A1669}">
      <dsp:nvSpPr>
        <dsp:cNvPr id="0" name=""/>
        <dsp:cNvSpPr/>
      </dsp:nvSpPr>
      <dsp:spPr>
        <a:xfrm>
          <a:off x="2760620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Tidy /transform</a:t>
          </a:r>
        </a:p>
      </dsp:txBody>
      <dsp:txXfrm>
        <a:off x="2783831" y="1186506"/>
        <a:ext cx="1389062" cy="746073"/>
      </dsp:txXfrm>
    </dsp:sp>
    <dsp:sp modelId="{9D18EC3C-ECFA-49A7-9C91-7F3FB7E78278}">
      <dsp:nvSpPr>
        <dsp:cNvPr id="0" name=""/>
        <dsp:cNvSpPr/>
      </dsp:nvSpPr>
      <dsp:spPr>
        <a:xfrm>
          <a:off x="4676923" y="1357214"/>
          <a:ext cx="402873" cy="404657"/>
        </a:xfrm>
        <a:prstGeom prst="rightArrow">
          <a:avLst>
            <a:gd name="adj1" fmla="val 60000"/>
            <a:gd name="adj2" fmla="val 50000"/>
          </a:avLst>
        </a:prstGeom>
        <a:solidFill>
          <a:srgbClr val="930300">
            <a:alpha val="45882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676923" y="1438145"/>
        <a:ext cx="282011" cy="242795"/>
      </dsp:txXfrm>
    </dsp:sp>
    <dsp:sp modelId="{C150A259-DE88-408E-AFE8-FBE09FEAC228}">
      <dsp:nvSpPr>
        <dsp:cNvPr id="0" name=""/>
        <dsp:cNvSpPr/>
      </dsp:nvSpPr>
      <dsp:spPr>
        <a:xfrm>
          <a:off x="5520872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>
            <a:alpha val="2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Visualize</a:t>
          </a:r>
        </a:p>
      </dsp:txBody>
      <dsp:txXfrm>
        <a:off x="5544083" y="1186506"/>
        <a:ext cx="1389062" cy="7460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8BC6C-762F-42EF-B3C1-47C055A06048}">
      <dsp:nvSpPr>
        <dsp:cNvPr id="0" name=""/>
        <dsp:cNvSpPr/>
      </dsp:nvSpPr>
      <dsp:spPr>
        <a:xfrm>
          <a:off x="368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>
            <a:alpha val="2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Import</a:t>
          </a:r>
        </a:p>
      </dsp:txBody>
      <dsp:txXfrm>
        <a:off x="23579" y="1186506"/>
        <a:ext cx="1389062" cy="746073"/>
      </dsp:txXfrm>
    </dsp:sp>
    <dsp:sp modelId="{3C6DA2EB-C2DF-4DB4-AAF6-70F592AE5042}">
      <dsp:nvSpPr>
        <dsp:cNvPr id="0" name=""/>
        <dsp:cNvSpPr/>
      </dsp:nvSpPr>
      <dsp:spPr>
        <a:xfrm>
          <a:off x="1916672" y="1357214"/>
          <a:ext cx="402873" cy="404657"/>
        </a:xfrm>
        <a:prstGeom prst="rightArrow">
          <a:avLst>
            <a:gd name="adj1" fmla="val 60000"/>
            <a:gd name="adj2" fmla="val 50000"/>
          </a:avLst>
        </a:prstGeom>
        <a:solidFill>
          <a:srgbClr val="930300">
            <a:alpha val="45882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916672" y="1438145"/>
        <a:ext cx="282011" cy="242795"/>
      </dsp:txXfrm>
    </dsp:sp>
    <dsp:sp modelId="{4369211F-6B83-49ED-B460-6E60FC4A1669}">
      <dsp:nvSpPr>
        <dsp:cNvPr id="0" name=""/>
        <dsp:cNvSpPr/>
      </dsp:nvSpPr>
      <dsp:spPr>
        <a:xfrm>
          <a:off x="2760620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Tidy /transform</a:t>
          </a:r>
        </a:p>
      </dsp:txBody>
      <dsp:txXfrm>
        <a:off x="2783831" y="1186506"/>
        <a:ext cx="1389062" cy="746073"/>
      </dsp:txXfrm>
    </dsp:sp>
    <dsp:sp modelId="{9D18EC3C-ECFA-49A7-9C91-7F3FB7E78278}">
      <dsp:nvSpPr>
        <dsp:cNvPr id="0" name=""/>
        <dsp:cNvSpPr/>
      </dsp:nvSpPr>
      <dsp:spPr>
        <a:xfrm>
          <a:off x="4676923" y="1357214"/>
          <a:ext cx="402873" cy="404657"/>
        </a:xfrm>
        <a:prstGeom prst="rightArrow">
          <a:avLst>
            <a:gd name="adj1" fmla="val 60000"/>
            <a:gd name="adj2" fmla="val 50000"/>
          </a:avLst>
        </a:prstGeom>
        <a:solidFill>
          <a:srgbClr val="930300">
            <a:alpha val="45882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676923" y="1438145"/>
        <a:ext cx="282011" cy="242795"/>
      </dsp:txXfrm>
    </dsp:sp>
    <dsp:sp modelId="{C150A259-DE88-408E-AFE8-FBE09FEAC228}">
      <dsp:nvSpPr>
        <dsp:cNvPr id="0" name=""/>
        <dsp:cNvSpPr/>
      </dsp:nvSpPr>
      <dsp:spPr>
        <a:xfrm>
          <a:off x="5520872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>
            <a:alpha val="2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Visualize</a:t>
          </a:r>
        </a:p>
      </dsp:txBody>
      <dsp:txXfrm>
        <a:off x="5544083" y="1186506"/>
        <a:ext cx="1389062" cy="7460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8BC6C-762F-42EF-B3C1-47C055A06048}">
      <dsp:nvSpPr>
        <dsp:cNvPr id="0" name=""/>
        <dsp:cNvSpPr/>
      </dsp:nvSpPr>
      <dsp:spPr>
        <a:xfrm>
          <a:off x="368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>
            <a:alpha val="2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Import</a:t>
          </a:r>
        </a:p>
      </dsp:txBody>
      <dsp:txXfrm>
        <a:off x="23579" y="1186506"/>
        <a:ext cx="1389062" cy="746073"/>
      </dsp:txXfrm>
    </dsp:sp>
    <dsp:sp modelId="{3C6DA2EB-C2DF-4DB4-AAF6-70F592AE5042}">
      <dsp:nvSpPr>
        <dsp:cNvPr id="0" name=""/>
        <dsp:cNvSpPr/>
      </dsp:nvSpPr>
      <dsp:spPr>
        <a:xfrm>
          <a:off x="1916672" y="1357214"/>
          <a:ext cx="402873" cy="404657"/>
        </a:xfrm>
        <a:prstGeom prst="rightArrow">
          <a:avLst>
            <a:gd name="adj1" fmla="val 60000"/>
            <a:gd name="adj2" fmla="val 50000"/>
          </a:avLst>
        </a:prstGeom>
        <a:solidFill>
          <a:srgbClr val="930300">
            <a:alpha val="45882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916672" y="1438145"/>
        <a:ext cx="282011" cy="242795"/>
      </dsp:txXfrm>
    </dsp:sp>
    <dsp:sp modelId="{4369211F-6B83-49ED-B460-6E60FC4A1669}">
      <dsp:nvSpPr>
        <dsp:cNvPr id="0" name=""/>
        <dsp:cNvSpPr/>
      </dsp:nvSpPr>
      <dsp:spPr>
        <a:xfrm>
          <a:off x="2760620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Tidy /transform</a:t>
          </a:r>
        </a:p>
      </dsp:txBody>
      <dsp:txXfrm>
        <a:off x="2783831" y="1186506"/>
        <a:ext cx="1389062" cy="746073"/>
      </dsp:txXfrm>
    </dsp:sp>
    <dsp:sp modelId="{9D18EC3C-ECFA-49A7-9C91-7F3FB7E78278}">
      <dsp:nvSpPr>
        <dsp:cNvPr id="0" name=""/>
        <dsp:cNvSpPr/>
      </dsp:nvSpPr>
      <dsp:spPr>
        <a:xfrm>
          <a:off x="4676923" y="1357214"/>
          <a:ext cx="402873" cy="404657"/>
        </a:xfrm>
        <a:prstGeom prst="rightArrow">
          <a:avLst>
            <a:gd name="adj1" fmla="val 60000"/>
            <a:gd name="adj2" fmla="val 50000"/>
          </a:avLst>
        </a:prstGeom>
        <a:solidFill>
          <a:srgbClr val="930300">
            <a:alpha val="45882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676923" y="1438145"/>
        <a:ext cx="282011" cy="242795"/>
      </dsp:txXfrm>
    </dsp:sp>
    <dsp:sp modelId="{C150A259-DE88-408E-AFE8-FBE09FEAC228}">
      <dsp:nvSpPr>
        <dsp:cNvPr id="0" name=""/>
        <dsp:cNvSpPr/>
      </dsp:nvSpPr>
      <dsp:spPr>
        <a:xfrm>
          <a:off x="5520872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>
            <a:alpha val="2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Visualize</a:t>
          </a:r>
        </a:p>
      </dsp:txBody>
      <dsp:txXfrm>
        <a:off x="5544083" y="1186506"/>
        <a:ext cx="1389062" cy="7460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8BC6C-762F-42EF-B3C1-47C055A06048}">
      <dsp:nvSpPr>
        <dsp:cNvPr id="0" name=""/>
        <dsp:cNvSpPr/>
      </dsp:nvSpPr>
      <dsp:spPr>
        <a:xfrm>
          <a:off x="368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>
            <a:alpha val="2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Import</a:t>
          </a:r>
        </a:p>
      </dsp:txBody>
      <dsp:txXfrm>
        <a:off x="23579" y="1186506"/>
        <a:ext cx="1389062" cy="746073"/>
      </dsp:txXfrm>
    </dsp:sp>
    <dsp:sp modelId="{3C6DA2EB-C2DF-4DB4-AAF6-70F592AE5042}">
      <dsp:nvSpPr>
        <dsp:cNvPr id="0" name=""/>
        <dsp:cNvSpPr/>
      </dsp:nvSpPr>
      <dsp:spPr>
        <a:xfrm>
          <a:off x="1916672" y="1357214"/>
          <a:ext cx="402873" cy="404657"/>
        </a:xfrm>
        <a:prstGeom prst="rightArrow">
          <a:avLst>
            <a:gd name="adj1" fmla="val 60000"/>
            <a:gd name="adj2" fmla="val 50000"/>
          </a:avLst>
        </a:prstGeom>
        <a:solidFill>
          <a:srgbClr val="930300">
            <a:alpha val="45882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916672" y="1438145"/>
        <a:ext cx="282011" cy="242795"/>
      </dsp:txXfrm>
    </dsp:sp>
    <dsp:sp modelId="{4369211F-6B83-49ED-B460-6E60FC4A1669}">
      <dsp:nvSpPr>
        <dsp:cNvPr id="0" name=""/>
        <dsp:cNvSpPr/>
      </dsp:nvSpPr>
      <dsp:spPr>
        <a:xfrm>
          <a:off x="2760620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Tidy /transform</a:t>
          </a:r>
        </a:p>
      </dsp:txBody>
      <dsp:txXfrm>
        <a:off x="2783831" y="1186506"/>
        <a:ext cx="1389062" cy="746073"/>
      </dsp:txXfrm>
    </dsp:sp>
    <dsp:sp modelId="{9D18EC3C-ECFA-49A7-9C91-7F3FB7E78278}">
      <dsp:nvSpPr>
        <dsp:cNvPr id="0" name=""/>
        <dsp:cNvSpPr/>
      </dsp:nvSpPr>
      <dsp:spPr>
        <a:xfrm>
          <a:off x="4676923" y="1357214"/>
          <a:ext cx="402873" cy="404657"/>
        </a:xfrm>
        <a:prstGeom prst="rightArrow">
          <a:avLst>
            <a:gd name="adj1" fmla="val 60000"/>
            <a:gd name="adj2" fmla="val 50000"/>
          </a:avLst>
        </a:prstGeom>
        <a:solidFill>
          <a:srgbClr val="930300">
            <a:alpha val="45882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676923" y="1438145"/>
        <a:ext cx="282011" cy="242795"/>
      </dsp:txXfrm>
    </dsp:sp>
    <dsp:sp modelId="{C150A259-DE88-408E-AFE8-FBE09FEAC228}">
      <dsp:nvSpPr>
        <dsp:cNvPr id="0" name=""/>
        <dsp:cNvSpPr/>
      </dsp:nvSpPr>
      <dsp:spPr>
        <a:xfrm>
          <a:off x="5520872" y="1163295"/>
          <a:ext cx="1435484" cy="792495"/>
        </a:xfrm>
        <a:prstGeom prst="roundRect">
          <a:avLst>
            <a:gd name="adj" fmla="val 10000"/>
          </a:avLst>
        </a:prstGeom>
        <a:solidFill>
          <a:srgbClr val="B7100C">
            <a:alpha val="2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Visualize</a:t>
          </a:r>
        </a:p>
      </dsp:txBody>
      <dsp:txXfrm>
        <a:off x="5544083" y="1186506"/>
        <a:ext cx="1389062" cy="7460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32:07.215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0 480 0,'24'0'78,"0"0"-62,24 0-16,0 0 15,0 0-15,24 0 16,-24 0-16,23 0 16,1 0-16,0 0 15,0 0-15,0 24 16,0-24-16,-48 0 15,24 0 110,-48-24-125,0 0 16,0-24-16,0 24 16,0-24-1,0 120 126,0 0-141,0 0 16,-24-1-16,24 1 15,0-24-15,0 0 16,0-24-16,0 24 15,0-120 79,24 0-94,-24 24 16,0 24-16,0-47 15,24-1-15,-24 0 16,0 0-16,0 0 16,0 0-16,0 48 15,0-48 1,0 24-16,0 24 16,0 0-16,0 0 31,24 48 94,72 0-125,-25 24 15,25-24-15,24 0 16,-24 0-16,0 0 16,-24 0-16,47 24 15,-71-24-15,0-24 16,0 24-16,24 24 16,-24-24-16,0 24 15,0-48-15,0 24 16,-24-24-16,-24 24 15,24 0 48,-48 0-47,-48 0-1,0 0-15,-72 0 16,-23 23-16,23 1 15,-24 0-15,72-24 16,-24 24-16,25-24 16,23-24-16,0 48 15,48-48-15,0 24 16,0-24-16,0 0 16,0 24-1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32:10.35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0 431 0,'0'-24'47,"24"24"-31,0 0-16,24 0 15,0 0-15,24 0 16,23 0-16,-23 0 16,24 0-16,-24 0 15,0 0-15,0 0 16,-24 0-16,0 0 16,0 0-16,-24 0 15,0 0 16,0 0-15,-24-24-16,24 24 16,-1 0-1,1-24 126,0 24-141,-24-48 16,0 24-16,0 0 15,0-24-15,0 25 16,0-1-1,0 0 32,24 72 94,-24-1-125,0 1-16,0-24 15,24 24-15,-24 0 16,0-24-1,0 0-15,0 0 16,0 24 0,24-48-16,-24 24 15,0-72 110,-24 0-109,24 24-16,0 0 16,0 0-16,0-24 15,0 24-15,0 0 16,0-24-16,-24 1 15,24 23-15,-24 0 16,24-24-16,0 0 16,0 24 31,-24 0-47,48 24 156,24 0-141,-24 0-15,48 24 16,48 0-16,0 24 16,24 0-16,23 0 15,-71-25-15,48 1 16,-72 0-16,0 0 16,-48-24-16,-24 24 31,-48-24 125,-24 24-140,24 0-16,0-24 15,0 0-15,24 24 16,0 0-16,-24-24 16,0 24-16,0-24 15,0 24 1,24 0-16,-23-24 15,-1 0-15,48 24 16,-48-24-16,24 0 16,0 0-16,0 0 15,0 24-15,-24-24 250,0 0-234,0 0-16,24 24 16,0 0-16,0-24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1:57.494"/>
    </inkml:context>
    <inkml:brush xml:id="br0">
      <inkml:brushProperty name="width" value="0.25" units="cm"/>
      <inkml:brushProperty name="height" value="0.5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0,'24'0'15,"0"0"-15,24 0 16,-24 0-16,-1 0 16,1 0-16,0 0 15,0 0-15,0 0 16,0 0 0,0 0-1,0 0 1,0 0-1,0 0-15,-24 24 16,24-24-16,0 0 31,0 0-31,0 0 16,0 0 0,0 0-16,0 0 31,0 0-16,0 0 1,0 0-16,0 0 16,0 0-1,0 0 1,0 0 0,0 0-1,0 0-15,-1 0 16,1 0-16,0 0 15,0 0-15,0 0 16,0 0 0,0 0-1,0 0 1,0 0 0,0 0-1,0 0 1,0 0-1,0 0 1,0 0 0,0 0 15,0 0-31,0 0 31,0-24 0,0 24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2:04.062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0,'24'0'140,"0"0"-140,0 0 16,0 0 15,0 0-15,0 0 15,0 0 0,0 0 1,0 0-1,0 0-15,0 0-1,0 0 1,0 0 15,0 0-15,0 0-1,0 0 17,-1 0-1,1 0-16,0 0 32,0 0-15,0 0-17,0 0 1,0 0 15,0 0 0,0 0 1,0 0-17,0 0 32,0 0-31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2:06.134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30 0,'24'0'16,"0"0"0,0 0 31,0-24-16,0 24-16,0 0 32,0 0-15,0 0 46,0 0-78,0 0 62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2:13.287"/>
    </inkml:context>
    <inkml:brush xml:id="br0">
      <inkml:brushProperty name="width" value="0.25" units="cm"/>
      <inkml:brushProperty name="height" value="0.5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26 0,'24'0'94,"0"0"-47,0 0-32,0 0 32,0 0-16,-24-24-15,24 24 62,0 0-62,0 0 15,0 0 0,0 0 0,0 0 1,0 0-1,0 0 16,0 0 0,0 0-16,0 0 16,0 0-16,0 0 16,0 0-31,0 0 15,0 0 16,0 0 15,0 0-31,-1 0 1,1 0 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2:15.908"/>
    </inkml:context>
    <inkml:brush xml:id="br0">
      <inkml:brushProperty name="width" value="0.25" units="cm"/>
      <inkml:brushProperty name="height" value="0.5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0,'24'0'16,"0"0"15,0 0-15,0 0 15,0 0-15,0 0-1,0 0 16,24 0 1,-24 0-17,0 0 32,0 0-16,0 0-31,-1 0 32,1 0-17,0 0 17,0 0-32,0 0 31,0 0 0,0 0-15,0 0-1,0 0 17,0 0-1,0 0 0,0 0-31,0 0 47,0 0-16,0 0-15,0 0-1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2:17.854"/>
    </inkml:context>
    <inkml:brush xml:id="br0">
      <inkml:brushProperty name="width" value="0.25" units="cm"/>
      <inkml:brushProperty name="height" value="0.5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49 0,'24'0'109,"0"0"-93,24 0-16,-1 0 15,-23 0 1,24 0 0,-48-24-16,24 24 15,24-24 1,-24 24-1,0 0 17,0 0-32,0 0 47,0 0-32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2:18.879"/>
    </inkml:context>
    <inkml:brush xml:id="br0">
      <inkml:brushProperty name="width" value="0.25" units="cm"/>
      <inkml:brushProperty name="height" value="0.5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0,'24'0'62,"0"0"-31,0 0-15,0 0 0,0 0 46,0 0-31,-1 0 79,1 0-48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5:07.913"/>
    </inkml:context>
    <inkml:brush xml:id="br0">
      <inkml:brushProperty name="width" value="0.25" units="cm"/>
      <inkml:brushProperty name="height" value="0.5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49 0,'24'0'47,"0"0"-32,0 0-15,0 0 16,47 0-16,-23 0 16,0 24-1,-24-24-15,0 0 16,0 0-16,24 24 16,-24-24-16,0 0 15,24 0-15,-24 0 16,0 0-1,0 0 1,0 24-16,0-24 16,0 0-1,0 0 1,0 0-16,0 0 16,24 0-16,-24 0 15,-1 0-15,1 0 16,24 0-16,-24 0 15,24 0 1,-24 0-16,0 0 16,0 0-1,0 24 1,0-24 0,0 0-16,0 0 15,0 0 1,0 0-16,0 0 15,0 0 1,24 0 0,-24 0-1,0 0 1,24 0 0,-24 0-1,0 0 1,-1 0-1,1 0 1,0 0 0,0 0-1,0 0 1,0 0-16,0 0 16,0 0-1,0 0 1,0 0-1,0 0 1,0 0-16,0 0 16,0 0-1,0 0 1,0 0-16,0 0 16,0 0-1,0 0-15,0 0 16,24 0-1,-24 0-15,24 0 16,-24 0 0,0 0-1,-1 0-15,25 0 16,-24 0 15,24 0-15,-24 0-1,0 0 1,0 0-16,0-24 16,0 24-1,0 0-15,0 0 16,0 0 0,24 0-1,-24 0 1,24 0-16,-24 0 15,0 0-15,24-24 16,-24 24-16,0 0 16,0 0-16,-1 0 15,1 0 1,0 0 0,0 0-1,0 0 1,0 0-16,0 0 15,0-24 1,0 24 15,0 0-31,0 0 16,0 0-16,0 0 16,0 0-1,0 0-15,0 0 16,0 0-1,0 0 1,24 0 0,-24 0-1,0 0 1,0 0-16,0 0 16,0 0-1,24 0 1,-25 0-1,25 0 1,-24 0-16,24 0 16,-24 0-1,0 0-15,0 0 16,0 0-16,0 0 16,0 0-1,0 0 1,0 0-1,0 0-15,24 0 16,-24 0 0,24 0-16,-24 0 15,0 0-15,24 0 16,0 0-16,-1 0 16,-23 0-16,0 0 15,24 0-15,-24 0 16,0 0-1,0 0-15,0 0 16,24 0-16,-24 0 16,0 0-16,0 0 15,0 0 1,0 0-16,0 0 16,0 0-1,0 0-15,0 0 16,0 0-16,0-24 15,0 24 1,0 0-16,24 0 16,-25 0-1,1 0 1,0 0 0,24-24-1,-24 24-15,0 0 16,0 0-1,0 0-15,0 0 16,0 0 0,24 0-1,-24 0-15,0 0 16,0 0-16,0 0 16,0 0-16,0 0 15,0 0 1,0 0-16,0 0 15,0 0 1,0 0 0,0 0-1,0 0-15,-1 0 16,25 0-16,0 0 16,0 0-16,-24 0 15,0 0-15,0 0 16,24 0-16,0 0 15,-24 0 1,0 0-16,0 0 16,24 0-1,-24 0 1,0 0-16,0 0 16,0 0-16,0 0 15,0 0-15,0 0 16,0 0-1,-1 0 1,1 0 0,0 0-16,0 0 15,0 0-15,24 0 16,0 0-16,-24 0 16,0 0-16,24 0 15,-24 0 1,0 0-16,0 0 15,0 0-15,0 0 16,0 0 0,0 0-1,0 0-15,0 0 32,0 0-17,0 0 1,0 0-16,23 0 15,-23 0 1,0 0-16,0 0 16,24 0-16,0 0 15,-24 0 1,0 0-16,0 0 16,0 0-16,0 0 15,0 0-15,0 0 16,0 0-16,0 0 15,24 0 1,-24 0 0,0 0-1,0 0 1,0 0 0,0 0-16,0 0 15,0 0-15,0 0 16,23 0-1,-23 0 1,24 0 0,-24 0-16,24 0 15,-24 0 1,0 0-16,24 0 16,-24 0-1,24 0 1,-24 0-1,0 0 17,0 0-17,-24 24 1,24-24 0,0 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5:18.160"/>
    </inkml:context>
    <inkml:brush xml:id="br0">
      <inkml:brushProperty name="width" value="0.25" units="cm"/>
      <inkml:brushProperty name="height" value="0.5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45 0,'24'0'78,"0"0"-78,-1 0 16,25 0-16,-24 0 16,0 0-1,0 0-15,0 0 16,0 0 0,0 0-1,0 0-15,0 0 16,0 0-1,0 0 17,0 0-32,0 0 15,24 0 1,-24 0 0,0-24-16,0 24 15,0 0 1,0 0-1,0 0 1,24 0 0,-24 0-16,0 0 15,-1 0 1,1 0 0,0 0-1,0 0-15,0 0 16,0 0-1,24 0 1,-24 0 0,0 0-1,0 0 1,0 0-16,0 0 16,0 0-1,0 0-15,0 0 16,0 0-1,0 0-15,0 0 16,0 0 0,0 0-16,0 0 15,24 0-15,-24 0 16,0 0-16,23 0 16,1 0-16,-24 0 15,0 0-15,0 0 16,0 0-16,0 0 15,0 0 1,24 0 0,0 0-1,-24 0-15,0 0 16,24 24-16,-24-24 16,0 0-1,0 0 1,0 0-1,0 0 1,0 0 0,0 0-16,0 0 15,0 0 1,-1 0 0,1 24-1,0-24 1,0 0-1,0 0 1,0 0-16,0 0 16,0 0-16,24 24 15,-24-24 1,24 0-16,-48 24 16,24-24-16,0 0 31,0 0-31,0 0 15,0 0 1,0 0 0,0 0-16,0 0 15,0 0 1,0 0-16,0 0 16,24 0-16,-1 0 15,-23 0 1,0 0-16,0 0 15,0 0 1,0 0-16,0 0 16,0 0-1,24 0 1,-24 0 0,0 0-1,24 0 1,-24 0-1,0 0-15,0 0 16,0 0-16,0 0 16,0 0-16,0 0 31,0 0-15,0 0-16,0 0 15,24 0 1,-25 0-1,25 0 1,-24 0 0,0 0-16,0 0 15,0 0 1,0 0 0,0 0-1,0 0-15,0 0 31,0 0-31,0 0 16,0 0-16,0 0 16,0 0-1,0 0 1,0 0 0,0 0-16,0 0 15,0 0 1,0 0-16,24 0 15,-24 0 1,0 0 0,23 0-1,-23 0 1,24 0 0,-24 0-16,0 0 15,0 0-15,0 0 16,0 0-16,0 0 15,0 0 1,0 0 15,0 0 1,0 0-17,0 0 32,0 0-31,0 0-1,0 0 1,0 0 15,0 0-15,0 0 15,0 0-15,0 0 15,0 0 0,0-24-15,0 24-1,-1 0 17,1 0-17,0 0 1,24 0 0,-24 0 46,0 0-31,0-24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5:35.103"/>
    </inkml:context>
    <inkml:brush xml:id="br0">
      <inkml:brushProperty name="width" value="0.25" units="cm"/>
      <inkml:brushProperty name="height" value="0.5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0 202 0,'24'0'109,"0"0"-78,0-24-31,0 24 16,0 0 0,0 0-16,0-24 15,0 24-15,0 0 16,0 0-16,0 0 16,0 0-16,0 0 15,24 0 1,-24-24-1,48 24-15,-24-24 16,0 24-16,-25 0 16,25 0-16,0 0 15,-24 0-15,0-24 16,0 24-16,0 0 16,0 0-1,0 0 1,0 0-1,0-24-15,0 24 16,0 0-16,0 0 16,0 0-1,0 0 1,0 0-16,0 0 31,0 0-31,0 0 16,0 0-16,0 0 15,0 0-15,0 0 16,-1 0-16,1 0 16,0 0-16,0 0 15,0 0-15,0 0 16,0 0-16,0 0 16,24 0-16,-24 0 15,0 0-15,0 0 16,0 0-16,0 0 15,24 0-15,-24 0 16,0 0-16,48 0 16,-48 0-16,24 0 15,-24 0-15,0 0 16,23 0-16,-23 0 16,0 0-16,0 0 15,0 0-15,0 0 16,24 0-16,-24 0 15,24 0 1,-24 0-16,24 0 16,-24 0-1,0 0-15,0 0 16,24 0 0,0 0-16,-24 0 15,0 0-15,24 0 16,-1 0-16,-23 0 15,0 0-15,24 0 16,0 0-16,0 0 16,-24 0-1,0 0-15,0 0 16,0 0 0,0 0-16,24 0 15,-24 0-15,0 0 16,0 0-16,0 0 15,24 0-15,0 0 16,-24 0-16,47 0 16,-47 0-16,24 0 15,0 0-15,-24 0 16,24 0 0,-24 0-1,24 0 1,-24 0-1,0 0 1,0 0-16,24 0 16,-24 0-16,0 0 15,0 0-15,24 0 16,-24 0 0,24 0-1,-25 0-15,25 0 16,-24 0-1,0 0-15,24 0 16,-24 0 0,0 0-1,0 0-15,0 0 16,0 0 0,24 0-1,-24 0 1,24 0-1,-24 0-15,0 0 16,24 0-16,0 0 16,-24 0-16,24 0 15,-24 0 1,-1 0 0,1 0-1,0 0-15,24 0 16,-24 0-1,24 0 1,-24 0-16,0 0 16,0 0-1,0 0-15,0 0 16,0 0 0,0 0-1,0 0 1,0 0-16,0 0 15,24 0-15,-24 0 16,0 0 0,24 0-1,-24 0 1,0 0-16,-1 0 16,1 0-16,0 0 15,0 0-15,0 0 16,24 0-1,-24 0 1,0 0 0,0 0-16,0 0 15,0 0 1,0 0-16,0 0 16,0 0-1,0 0-15,0 0 16,0 0-1,24 0-15,-24 0 16,24 0 0,-24 0-1,24 0-15,-24 0 16,-1 0-16,25 0 16,-24 0-16,0 0 15,0 0-15,24 0 16,-24 0-16,0 0 15,24 0-15,-24 0 16,0 0-16,0 0 16,24 0-16,-24 0 15,0 0-15,24 0 16,-24 0-16,24 0 16,-24 0-16,0 0 15,23 0-15,1 0 16,-24 0-16,0 0 15,24 0-15,0 24 16,0-24-16,-24 0 16,0 24-1,0-24 1,0 0-16,0 0 16,0 0 15,0 0-31,0 0 15,0 0 1,0 0-16,0 0 16,24 0-16,-24 0 15,23 0 1,-23 0-16,0 0 16,24 0-16,-24 0 15,24 0-15,0 0 16,0 0-1,-24 0-15,0 0 16,0 0-16,24 0 16,0 0-16,-24 0 15,24 0-15,-24 0 16,24 0-16,-1 0 16,-23 0-16,24 0 15,-24 0 1,0 0-16,0 0 15,24 0-15,-24 0 16,24 0-16,0 0 16,0 0-16,0 0 15,24 0-15,-24 0 16,-24 0-16,24 0 16,-1 0-16,1 0 15,0 0-15,0 24 16,-24-24-16,0 0 15,24 0-15,-24 24 16,0-24-16,0 0 16,0 0-1,0 0-15,0 0 16,0 0 0,0 0-16,0 0 15,0 0 1,0 0-16,0 0 15,0 0-15,24 0 16,-25 0 0,25 0 15,-24 0-31,24 0 16,-24 0-1,24 0-15,-24 0 16,0 0-1,0 0-15,0 0 16,0 0 0,0 0-1,0 0 1,0 0-16,24 0 16,-24 0-1,0 0 1,0 0-16,0 0 15,24 0 1,-24 0-16,0 0 16,-1 0-16,25 0 15,0 0-15,0 0 16,-24 0-16,24 0 16,0 0-16,-24 0 15,0 0-15,0 0 16,24 0-16,-24 0 31,24 0-31,-24 0 16,0 0-16,0 0 15,0 0-15,0 0 16,23 0-16,-23 0 16,0 0-16,0 0 15,0 0 1,0 0-16,0 0 15,0 0-15,24 0 16,-24 0 0,0 0-16,0 0 15,48 0-15,-48 0 16,0 0-16,0 0 16,48 0-16,-48 0 15,0 0 1,0 0-16,0 0 15,0 0-15,-1 0 16,1 0-16,24 0 16,-24 0-16,24 0 15,-24 0-15,24 0 16,0 0-16,-24 0 16,0 0-1,24 0-15,-24 0 16,0 0-16,0 0 15,24 0-15,-24 0 16,24 24-16,-24-24 16,23 0-16,1 0 15,-24 0 1,24 0 0,-24 24-1,0-24-15,0 0 16,24 0-16,24 23 15,0-23-15,-24 0 16,0 0-16,0 24 16,0 0-16,0-24 15,-25 0-15,1 0 16,0 0 0,0 0-1,0 0-15,0 0 16,0 0-1,0 0-15,0 0 16,0 0 0,0 0-1,0 0 17,24 0-17,-24 0 1,0 0-16,0 0 15,0 0-15,0 24 16,0-24-16,48 0 16,-48 0-16,24 0 15,-25 0-15,1 0 16,48 0-16,-48 0 16,0 0-1,0 0-15,0 0 16,0 0-1,24 0 1,-24 0-16,0 0 16,0 0-16,0 0 15,0 0-15,24 0 16,-24 0-16,0 0 16,0 0-16,24 0 15,-24 0 1,0 0-16,0 0 15,-1 0-15,25 0 32,-24 0-32,0 0 15,0 0 1,0 0-16,0 0 16,0 0-16,24 0 15,-24 0-15,24 0 16,-24 0-16,0 0 15,0 0-15,0 0 16,24 0-16,-24 0 16,0 0-16,0 0 15,0 0 1,24 0-16,-1 0 16,-23 0-1,24 0 1,-24 0-1,0 0-15,0 0 16,0 0 0,24 0-16,-24 0 15,24 0 1,-24 0 0,48 0-16,-48 0 15,0 0 1,24 0-16,0 0 15,-24 0-15,24 0 16,-25 0 0,1 0-1,0 0 1,0 0-16,0 0 16,0 0-1,24 0 1,-24 0-1,0 0 1,0 0 0,0 0-16,24 0 15,0 0 1,-24 0 0,24 0-16,-24 0 15,24 0 1,-24 0-1,0 0-15,0 0 16,0 0-16,23 0 16,-23 0 15,0 0-31,0 0 16,0 0-1,0 0 1,0 0-1,0 0-15,0 0 16,0 0 0,0 0-1,0 0-15,0 0 16,0 0 15,0 0 0,0 0-31,0 0 16,0 0 0,0 0 15,0 0 0,0 0-15,0 0-1,0 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5:43.719"/>
    </inkml:context>
    <inkml:brush xml:id="br0">
      <inkml:brushProperty name="width" value="0.25" units="cm"/>
      <inkml:brushProperty name="height" value="0.5" units="cm"/>
      <inkml:brushProperty name="color" value="#FF7321"/>
      <inkml:brushProperty name="tip" value="rectangle"/>
      <inkml:brushProperty name="rasterOp" value="maskPen"/>
      <inkml:brushProperty name="fitToCurve" value="1"/>
    </inkml:brush>
  </inkml:definitions>
  <inkml:trace contextRef="#ctx0" brushRef="#br0">0 157 0,'0'-23'94,"24"23"-78,0-24-16,23 0 15,-23 24-15,24 0 16,-24 0-16,0 0 15,-24-24 1,24 24 15,0 0-15,0 0-16,0 0 31,0 0-15,0 0-16,24 0 15,-24-24 1,24 24 0,-24-24-1,0 24-15,0 0 16,0 0 0,0 0-16,0 0 15,0 0-15,0 0 16,0 0-16,-1 0 15,25 0 1,-24 0 0,0 0-1,0 0 1,0 0-16,0 0 16,24 0-1,-24 0-15,24 0 16,-24 0-16,48 0 15,-48 0 1,24 0-16,-24 0 31,0 0-15,-24 24-16,24-24 16,0 0-16,0 0 15,23 24 1,-23-24-1,0 0 17,0 0-17,0 0 1,24 0 0,-48 24-1,24-24-15,0 0 16,0 24-1,0-24-15,0 0 32,0 0-17,0 0 1,0 0-16,-24 24 16,24-24-16,0 0 31,0 0-16,0 0 1,0 0 0,0 0-1,0 0 1,0 0-16,0 0 16,0 0-16,0 0 15,0 0 1,23 0 15,-23 0-15,0 0-16,24 0 15,-24 0 1,0 0 0,0 0-16,24 0 15,-24 0 1,0 0-16,0 0 15,24 0-15,-24 0 16,0 0-16,0 0 16,24 0-16,-24 0 15,0 0-15,24 0 16,-24 0 0,-1 0-1,1 0 1,0 0-1,24 0 1,-24 0-16,24 0 16,-24 0-1,0 0 1,24 0 0,-24 0-1,0 0 1,0 0-16,24 0 15,-24 0-15,0 0 16,0 23 0,0-23-1,0 0 17,0 0-17,0 0-15,0 0 16,0 0-16,0 0 15,-1 0-15,25 0 16,-24 0 0,0 0 15,24 0-15,-24 0-1,24 0-15,-24 0 16,0 0-16,24 0 15,-24 0-15,0 0 16,0 0-16,0 0 31,0 0-15,0 0-16,0 0 16,24 0-1,-24 0-15,24 0 16,-25 0-1,25 0 1,-24 0 0,0 0-16,0 0 15,0 0 1,24 0 0,-24 0-1,0 0 1,0 0-1,0 0 1,0 0 0,0 0-1,0 0 1,0 0-16,0 0 16,0 0 15,0 0-16,0 0 1,0 0-16,0 0 47,0 0-16,0 0 0,0 0 188,0 0-219,-1 0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6:18.326"/>
    </inkml:context>
    <inkml:brush xml:id="br0">
      <inkml:brushProperty name="width" value="0.25" units="cm"/>
      <inkml:brushProperty name="height" value="0.5" units="cm"/>
      <inkml:brushProperty name="color" value="#FF7321"/>
      <inkml:brushProperty name="tip" value="rectangle"/>
      <inkml:brushProperty name="rasterOp" value="maskPen"/>
      <inkml:brushProperty name="fitToCurve" value="1"/>
    </inkml:brush>
  </inkml:definitions>
  <inkml:trace contextRef="#ctx0" brushRef="#br0">0 85 0,'24'-24'78,"0"24"-47,0 0-31,23 0 0,-23 0 31,24 0-15,0-24-1,-24 24 1,0 0 0,24 0-1,-48-24-15,24 24 16,0 0-16,0 0 16,0 0-16,0 0 15,0 0-15,0 0 16,0 0-1,0 0-15,0 0 16,0 0-16,0 0 16,0 0-1,0 0-15,0 0 16,-1 0-16,1 0 16,24 0-16,-24 0 15,24 0-15,0 0 16,0 0-16,-24 0 15,0 0-15,24 0 16,-24 0-16,0 0 16,0 0-16,0 0 31,0 0-15,0 0-16,0 0 15,0 0 1,0 0-1,0 0 1,0 0-16,23 0 16,-23 0-1,24 0 1,-24 0 0,0 0-16,0 0 15,0 0-15,24 0 16,0 0-1,-24 0-15,0 0 16,0 0-16,24 0 16,-24 0-16,0 0 15,0 0-15,24 0 16,-24 0-16,0 0 16,0 0-16,0 0 15,-1 0 1,1 0-1,0 0-15,24 0 32,-24 0-17,24 0-15,-24 0 16,0 0-16,0 0 16,0 0-16,0 0 15,0 0-15,24 0 16,-24 0-1,0 0 1,0 0-16,0 0 16,0 0-1,0 0-15,0 0 16,0 0-16,0 0 16,0 0-16,0 0 15,-1 0-15,1 0 16,0 0-16,0 0 15,24 0 1,-24 0 0,0 0-1,0 0-15,0 0 16,0 0-16,0 0 16,24 0-1,-24 0 1,0 0-1,24 0-15,-24 0 16,0 0-16,24 0 16,24 0-16,-25 0 15,1 0-15,-24 0 16,24 0-16,0 0 16,24 0-16,-48 0 15,24 0-15,0 0 16,-24 0-16,48 0 15,-48 0-15,0 0 16,24 0-16,0 0 16,-1 24-16,-23-24 15,0 0-15,24 0 16,-24 0-16,24 24 16,-24-24-16,24 0 15,-24 0-15,0 0 16,0 0-16,0 0 15,0 0-15,0 0 16,24 0 0,-24 0-1,0 0 1,0 0-16,0 0 16,0 0-16,0 0 15,23 0-15,-23 0 16,0 0-16,0 0 15,24 0-15,-24 0 16,24 0-16,-24 0 16,48 24-16,-24 0 15,0-24 1,0 0-16,-24 0 16,0 0-16,0 0 15,24 24 1,-24-24-1,24 0 1,-25 0 0,1 24-16,0-24 15,0 0-15,24 0 16,-24 0 0,24 0-1,-24 0 1,0 0-1,0 0 1,0 0-16,0 0 16,24 0-1,-24 0 1,0 0-16,0 0 16,0 0-16,0 0 15,24 0 1,-24 0-16,0 0 15,0 0 1,-1 0-16,1 0 16,0 0-1,0 0-15,0 0 16,0 0 0,0 0-16,0 0 15,0 0-15,0 0 16,24 0-16,-24 0 15,0 0-15,24 0 16,-24 0-16,0 0 16,0 0-16,48 0 15,-48 0-15,-24-24 16,48 24-16,-24 0 16,0 0-16,-1 0 15,25 0 1,-24 0-1,24-24 1,0 24-16,0 0 16,0 0-1,-24 0-15,24-24 16,-24 24 0,0-24-16,24 24 15,-24 0 1,0 0-1,0 0-15,24 0 16,0 0-16,-1 0 16,-23 0-16,0 0 15,0 0-15,0 0 16,0 0-16,24 0 16,-24 0-1,0 0-15,0 0 16,0 0-16,24 0 15,-24 0-15,0 0 16,48 0-16,-48 0 16,0 0-16,0 0 15,24 0 1,-24 0 0,0 0 30,-1 0-14,1 0-17,-24 24-15,24-24 16,0 0 0,0 0-16,0 0 15,0 0 1,0 0-16,0 0 15,24 0-15,-24 0 16,24 0-16,0 0 16,0 0-16,0 0 15,0 0-15,24 0 16,-48 0-16,-1 0 16,1 0-16,0 0 15,0 0-15,0 0 16,0 0-1,0 0 1,0 0 0,24 0-16,-24 0 15,0 0 1,0 0 0,0 0-16,0 0 15,24 0 1,-24 0-1,24 0 1,-24 0 0,24 0-16,-24 0 15,0 0-15,0 0 16,23 0-16,-23 0 16,24 0-1,-24 0 1,0 0-1,0 0-15,0 0 16,0 0 0,0 0-16,0 0 15,0 24-15,0-24 16,0 0 0,0 0 15,0 0-31,0 0 15,0 0 1,0 0-16,24 0 16,-24 0-1,0 0 1,0 0-16,24 0 16,-25 0-16,1 0 15,0 0-15,24 0 16,-24 0-16,0 0 15,0 0-15,0 0 16,0 0-16,0 0 16,0 0-16,0 0 15,24 0-15,0 0 16,0 0 0,-24 0-16,0 0 15,0 0-15,0 0 16,0 0-1,0 0 1,0 0 0,0 0-1,-1 0 1,1 0-16,0 0 16,0 0-1,0 0-15,24 0 16,-24 0-16,0 0 15,0 0-15,0 0 16,0 0-16,0 0 16,0 0-16,0 0 15,0 0-15,48 0 16,-48 0-16,0 0 16,24 0-16,0 0 15,-24 0-15,23 0 16,-23 0-1,0 0 1,0 0-16,0 0 16,24 0-16,-24 0 15,0 0-15,24 0 16,-24 0-16,0 0 16,24 0-16,-24 0 15,24 0 1,-24 0-1,0 0-15,0 0 16,0 0 0,24 0-16,-24 0 15,0 0-15,23 0 16,1 0-16,-24 0 16,24 0-16,-24 0 15,24 0-15,-24 0 16,0 0-16,0 0 15,24 0-15,-24 0 16,0 0 0,0 0-16,0 0 15,0 0 1,0 0 15,0 0-31,0 0 16,0 0-1,0 0-15,0 0 16,-1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6:22.215"/>
    </inkml:context>
    <inkml:brush xml:id="br0">
      <inkml:brushProperty name="width" value="0.25" units="cm"/>
      <inkml:brushProperty name="height" value="0.5" units="cm"/>
      <inkml:brushProperty name="color" value="#FF7321"/>
      <inkml:brushProperty name="tip" value="rectangle"/>
      <inkml:brushProperty name="rasterOp" value="maskPen"/>
      <inkml:brushProperty name="fitToCurve" value="1"/>
    </inkml:brush>
  </inkml:definitions>
  <inkml:trace contextRef="#ctx0" brushRef="#br0">0 132 0,'0'-24'47,"48"24"-47,0 0 15,-24-24 1,24 0 0,-1 24-1,-23 0-15,0 0 16,24 0 0,0-24-1,0 24-15,0 0 16,-24-24-16,24 24 15,0 0-15,-24 0 16,48 0-16,-48 0 16,0 0-1,0 0-15,0 0 16,0 0 0,0 0-16,23 0 15,1 0-15,-24 0 16,48 0-16,-24 0 15,24 0-15,-24 0 16,0 0-16,0 0 16,0 0-16,-24 24 15,0-24-15,48 24 16,-25-24-16,-23 0 16,24 24-16,0 0 15,24-24 1,-48 0-16,0 0 15,0 0-15,0 0 16,0 24-16,0-24 16,24 24-1,-24-24-15,0 0 16,0 0-16,0 0 16,48 24-16,-48-24 15,23 24-15,1 0 16,0-24-1,-24 0-15,0 0 16,0 0-16,24 24 16,-24-24-16,0 0 15,48 0-15,-48 0 16,24 0-16,0 0 16,0 0-16,0 0 15,0 0-15,23 0 16,-47 0-16,0 0 15,0 0-15,24 0 16,-24 0-16,0 0 16,0 0-1,24 0 1,-24 0-16,24 0 16,0 0-16,0 0 15,0 0-15,24 0 16,-24 0-16,-25 0 15,1 0-15,24 0 16,0 0-16,0 0 16,0 0-16,-24 0 15,24 0-15,0-24 16,-24 24-16,0 0 16,24 0-16,0 0 15,0 0-15,-24 0 16,24-24-16,23 24 15,-23-24-15,0 24 16,0 0-16,-24 0 16,48 0-16,-48-24 15,24 24-15,-24 0 16,0 0-16,0 0 16,0 0-16,24 0 15,-24 0-15,24 0 16,0 0-16,23 0 15,-23 0 1,24 0-16,-24 0 0,24 0 16,-48 0-1,24 0-15,0 0 16,-24 0-16,24 0 16,0 0-16,0 0 15,-1 0 1,-23 0-1,24 0-15,0 0 16,-24 0-16,24 0 16,0 0-16,0 0 15,-24 0-15,0 0 16,24 0-16,0 0 16,-24 0-16,0 0 15,0 0-15,24 0 16,-24 0-16,0 0 15,23 0-15,-23 0 16,24 0-16,0 0 16,-24 0-16,48 0 15,-48 0-15,0 0 16,0 0-16,48 0 16,-48 0-1,24 0 1,-24 0-16,0 0 15,24 0-15,0 0 16,-1 0-16,1 0 16,0 0-16,0 0 15,-24 0-15,24 0 16,-24 0-16,24 0 16,-24 0-16,48 0 15,-24 0-15,0 0 16,24 0-16,0 0 15,-1 0-15,25 0 16,-24 0-16,24 0 16,-48 0-16,0 0 15,-24 0-15,24 0 16,0 0-16,-24 0 16,0 0-16,0 0 15,23 0-15,-23 0 16,0 0-16,24 0 15,-24 0-15,0 0 16,0 0-16,24 0 16,-24 0-1,24 0-15,-24 0 32,0 0-32,0 0 15,0 0 1,0 0-16,0 0 15,0 0 1,24 0-16,-24 0 16,0-24-16,24 24 15,-25 0-15,1 0 16,0 0-16,0 0 16,0 0-1,0 0 1,0 0-1,0 0-15,0 0 16,0 0 0,0 0-1,-24-24-15,24 24 16,0 0 0,0-24-1,24 24 1,-24 0-1,0 0 95,0 0-48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6:28.414"/>
    </inkml:context>
    <inkml:brush xml:id="br0">
      <inkml:brushProperty name="width" value="0.25" units="cm"/>
      <inkml:brushProperty name="height" value="0.5" units="cm"/>
      <inkml:brushProperty name="color" value="#FF7321"/>
      <inkml:brushProperty name="tip" value="rectangle"/>
      <inkml:brushProperty name="rasterOp" value="maskPen"/>
      <inkml:brushProperty name="fitToCurve" value="1"/>
    </inkml:brush>
  </inkml:definitions>
  <inkml:trace contextRef="#ctx0" brushRef="#br0">0 133 0,'24'0'15,"0"-24"1,0 24 0,24 0-16,-24-24 15,0 24-15,24 0 16,0 0-16,-24 0 16,0 0-16,0 0 15,0 0-15,0-24 16,0 24-16,0 0 15,0 0-15,24 0 16,24 0-16,-24 0 16,-1 0-16,-23 0 15,0 0-15,24 0 16,-24 0 0,0 0-1,0 0 1,0 0-16,0 0 15,0 0-15,0 0 16,24 0-16,-24 0 16,0 0-16,0 0 15,24 0-15,-24 0 16,0 0-16,24 0 16,-24 0-16,0 0 15,23 0-15,1 0 16,-24 0-16,24 0 15,-24 0-15,24 0 16,-24 0-16,0 0 16,24 0-16,-24 0 15,0 0-15,0 0 16,0 0-16,0 0 16,0 0-1,0 0-15,0 0 16,24 0-16,-24 0 15,24 0-15,-1 0 16,-23 0-16,48 0 16,-48 0-16,24 0 15,0 0 1,0 0 0,-24 0-1,0 0-15,0 0 16,0 0-1,0 0-15,24 0 16,-24 0 0,0 0-1,0 0-15,0 0 16,0 0 0,0 0-1,-1 0-15,1 0 16,0 0-16,0 0 15,0 0-15,24 0 16,-24 0 0,0 0-1,0 0-15,0 0 16,24 0 0,0 0-16,-24 0 15,24 0-15,-24 0 16,24 0-16,0 0 15,0 0 1,-24 0-16,0 0 16,23 24-16,1-24 15,-24 0-15,24 24 16,-24-24-16,0 0 16,0 0-16,0 0 15,0 0-15,0 0 16,0 0-1,0 0-15,0 0 16,0 0-16,0 0 16,0 0-16,48 0 15,-48 0-15,0 0 16,0 0-16,23 0 16,-23 0-1,0 0-15,24 0 16,-24 0-16,0 0 15,0 0-15,0 0 16,0 0-16,0 0 16,0 0-16,0 0 15,0 0 1,0 0-16,0 0 31,24 0-31,-24 0 16,0 0-1,0 0-15,0 0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6:31.308"/>
    </inkml:context>
    <inkml:brush xml:id="br0">
      <inkml:brushProperty name="width" value="0.25" units="cm"/>
      <inkml:brushProperty name="height" value="0.5" units="cm"/>
      <inkml:brushProperty name="color" value="#FF7321"/>
      <inkml:brushProperty name="tip" value="rectangle"/>
      <inkml:brushProperty name="rasterOp" value="maskPen"/>
      <inkml:brushProperty name="fitToCurve" value="1"/>
    </inkml:brush>
  </inkml:definitions>
  <inkml:trace contextRef="#ctx0" brushRef="#br0">0 86 0,'24'0'16,"0"0"-1,-1-24 1,1 24 15,0 0-15,0 0 31,0 0-16,0-24 16,0 24-32,0 0 1,0 0 15,0 0-15,0 0 0,0 0-1,0 0 1,0 0-16,0 0 15,0 0 1,0 0-16,0 0 16,0 0-1,0 0-15,0 0 16,0 0 0,0 0 15,0 0-16,0 0 1,0 0 15,0 0-15,-1 0 0,1 0 15,0 0-16,0 0 17,0 0-32,0 0 31,0 0-15,0 0 15,0 0-16,0 0 1,0 0 15,0 0 1,0 0-1,0 0 16,0 0-32,0 0 1,0 0 0,0 0 46,0 0-15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6:38.461"/>
    </inkml:context>
    <inkml:brush xml:id="br0">
      <inkml:brushProperty name="width" value="0.25" units="cm"/>
      <inkml:brushProperty name="height" value="0.5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31 0,'24'0'16,"0"0"0,0 0-1,0 0-15,-1 0 32,1 0-17,0 0-15,0 0 16,0 0-16,24 0 15,-24 0-15,24 0 16,0 0 0,24 0-16,-24 0 15,-24 0-15,0 0 16,24 0-16,-24 0 16,0 0-1,0 0-15,0 0 16,0 0-1,0 0 1,23 0-16,-23 0 16,0 0-16,0 0 15,0 0-15,0 0 16,0 0-16,0 0 16,24 0-16,-24 0 15,24 0 1,-24 0-16,0 0 15,24 0-15,0-24 16,-24 24 0,0 0-16,0 0 15,0 0 1,0 0 0,0 0-16,-1 0 15,1 0 1,0 0-16,0 0 15,0 0 1,0 0-16,0 0 16,0 0-16,0 0 31,0 0-31,0 0 16,0 0-16,0 0 15,0 0 1,0 0-16,0 0 15,0 0 1,0 0 0,0 24-16,0-24 15,0 0 1,0 0-16,0 24 16,0-24-1,24 0-15,-24 0 16,23 0-1,-23 0-15,0 0 16,24 24-16,0-24 16,0 24-1,0-24 1,-24 0-16,0 0 16,0 0-16,24 0 15,-24 0 1,0 0-1,0 0 1,0 0-16,0 0 16,24 0-1,-24 0-15,0 0 16,-1 0 0,1 0-16,0 0 15,0 0-15,24 0 16,0 0-1,-24 0-15,0 0 16,24 0 0,-24 0-1,0 0-15,0 0 16,0 0-16,24 0 16,-24 0-1,0 0-15,24 0 16,-24 0-16,0 0 31,0 0-31,0 0 16,0 0-1,-1 0 1,1 0-16,24 0 16,0 0-1,-24 0-15,0 0 16,0 0-1,0 0 1,0 0 0,0 0-1,0 0-15,0 0 16,0 0 0,0 0 15,0 0 0,0 0-31,0 0 16,0 0-1,0 0-15,0 0 16,0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6:45.221"/>
    </inkml:context>
    <inkml:brush xml:id="br0">
      <inkml:brushProperty name="width" value="0.25" units="cm"/>
      <inkml:brushProperty name="height" value="0.5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57 0,'24'0'63,"0"0"-16,0 0-32,0 0 1,0 0 15,0 0-15,0 0-1,0 0 32,0-24-15,0 24 14,0 0-30,0 0 15,0 0 1,0-24-17,0 24 1,0 0 15,0 0 0,0 0 16,0 0-31,0 0 15,0 0 0,0 0 1,0 0-17,-1 0 79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08:46:54.037"/>
    </inkml:context>
    <inkml:brush xml:id="br0">
      <inkml:brushProperty name="width" value="0.25" units="cm"/>
      <inkml:brushProperty name="height" value="0.5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77 0,'0'-24'16,"24"24"-1,47 0 1,-23-24-16,24 24 16,-24 0-16,48 0 15,-48 0-15,24 0 16,-24 0-16,0 0 16,-24 0-1,24 0 1,-24 0-1,0 0-15,0 0 16,23 0 0,-23 0-1,24 0 1,-24 0 0,24 0-16,-24 0 15,24 0 1,-24 0-16,24 0 15,-24 0-15,24 0 16,0 0-16,0 0 16,-24 0-16,0 0 15,48 0-15,-49 0 16,1 0 0,0 0-16,0 0 15,24 0 1,-24 0-1,0 0-15,0 0 16,0 0-16,24 0 16,-24 0-1,0 0 1,0 0 0,0 0 15,0 0-31,0 0 15,0 0 1,0 0-16,0 0 16,0 0-1,0 0-15,0 0 16,24 0-16,-24 0 16,23 0-16,-23 0 15,24 0-15,0 0 16,0 24-1,0-24 1,-24 0-16,0 0 16,-24 24-16,24-24 15,24 0 1,-24 0 0,0 0-16,0 0 15,24 0-15,0 24 16,-24-24-16,0 0 15,23 0-15,-23 0 16,0 24-16,24-24 16,-24 0-16,0 0 15,0 0-15,24 0 16,0 0-16,-24 0 16,24 0-1,0 0-15,24 0 16,-48 0-16,48 0 15,-48 0-15,24 0 16,-1 0-16,1 0 16,-24 0-16,24 0 15,-24 0-15,24 0 16,-24 0-16,24 0 16,0 0-16,0 0 15,-24 0-15,0 0 16,0 0-16,24 0 15,-24 0 1,24 0-16,-24 0 16,-1 0-16,25 0 15,0 0 1,-24 0-16,24 0 16,-24 0-16,0 0 15,0 0-15,0 0 16,0 0-16,0 0 15,0 0 1,0 0-16,24 0 16,24 0-16,-24 0 15,0 0-15,-24 0 16,23 0-16,1 0 16,-24 0-16,0 0 15,0 0-15,24 0 16,-24 0-1,0 0-15,0 0 16,24 0-16,-24 0 16,24 0-16,-24 0 15,0 0-15,0 0 16,0 0-16,24 0 16,-24 0-16,0 0 15,24 0-15,-1 0 16,-23 0-16,24 0 15,-24 0-15,48 0 16,-48 0-16,24 0 16,0 0-16,0 0 15,-24 0-15,48 0 16,-24 0-16,-24 0 16,24 0-16,-24 0 15,23 0 1,-23 0-16,0 0 15,24 24-15,-24-24 16,0 0-16,24 0 16,0 0-16,0 0 15,-24 0-15,0 0 16,24 0-16,-24 0 16,0 0-16,0 0 15,0 0-15,0 0 16,24 0-16,0 0 15,-25 0-15,25 0 16,-24 0-16,48 0 16,-24 0-16,0 0 15,0 0-15,-24 0 16,0 0-16,24 0 16,0 0-1,-24 0 1,0 0-16,0 0 15,0 0-15,0 0 16,0 0 0,0 0-16,-24-24 15,24 24 1,-1 0 15,1 0-15,0 0-16,0 0 15,0 0-15,0-24 16,0 24-16,0 0 16,0 0-1,0 0 17,0 0-17,-24-24 1,24 24-1,0 0 1,0 0 15,0 0-15,0 0 0,0 0-16,24 0 15,-24 0 1,0-24-1,0 24 17,0 0-17,0 0 32,0 0-31,0 0 15,-1 0-15,1 0-1,0 0 1,0 0-16,0 0 16,24 0-16,-24 0 15,24 0-15,-24 0 16,48 0-16,-24 0 15,-24 0-15,0 0 16,24 0-16,-24 0 16,0 0-16,0 0 15,48 0-15,-1 0 16,-23 24-16,0-24 16,0 0-16,-24 0 15,48 0 1,-48 0-16,0 24 15,0-24-15,24 0 16,-24 0 0,24 0-1,-24 0-15,0 0 16,24 0-16,0 0 16,-25 0-1,25 0-15,-24 0 16,24 0-1,-24 0-15,24 0 16,-24 0-16,24 0 16,0 0-16,-24 0 15,0 0-15,24 0 16,-24 0 0,24 0-16,-24 0 15,0 0-15,24 0 16,-24 0-16,23 0 15,-23 0 1,0 0-16,0 0 16,48 0-1,-48 0-15,0 0 16,0 0-16,24 0 16,-24 0-16,0 0 15,24 0-15,0 0 16,-24 0-16,0 0 15,24 0-15,-24 0 16,0 0-16,0 0 16,0 0-16,-1 0 15,1 0-15,24 0 16,-24 0-16,24 0 16,-24 0-16,24 0 15,-24 0-15,24 0 16,-24 0-16,24 0 15,-24 0-15,0 0 16,0 0-16,48 0 16,-48 0-16,0 0 15,0 0-15,47 0 16,-47 0-16,0 0 16,24 0-16,0 0 15,-24 24-15,0-24 16,0 0-16,0 0 15,0 24-15,24-24 16,-24 0 0,24 0-1,-24 0-15,0 0 16,24 0-16,-24 0 16,0 0-16,0 0 15,0 0-15,0 0 16,23 0-16,-23 0 15,24 0-15,-24 0 16,24 0-16,0 0 16,0 0-16,-24 0 15,0 0-15,24 0 16,-24 0 0,24 0-16,-24 0 15,24 0 1,0 0-16,-24 0 15,0 0-15,23 0 16,-23 0-16,0 0 16,0 0-16,0 0 15,0 0 1,0 0-16,0 0 16,24 0-1,-24 0 1,0 0-16,24 0 15,0-24-15,-24 24 16,0 0-16,24 0 16,-24 0-1,0 0-15,0 0 16,0 0 0,24-24-1,-25 24 1,25-24-1,-24 24 1,0 0-16,0 0 16,24 0-1,-24 0 17,0 0-32,0-24 15,0 24-15,24 0 16,-24 0-16,0 0 15,0 0-15,0 0 16,0 0-16,0-24 16,0 24-1,0 0-15,0 0 16,0 0 0,0 0-16,0 0 15,0 0-15,23 0 16,-23 0-1,0 0-15,0 0 16,0 0 0,0 0-1,0 0-15,0 0 16,24 0-16,-24 0 16,0 0-16,0 0 15,0 0 1,0 0-16,0 0 15,0 0 1,0 0-16,0 0 16,0 0-16,24 0 15,-24 0-15,0 0 16,23 0-16,-23 0 16,0 0-1,0 0 1,0 0-16,0 0 15,0 0 1,0 0-16,24 0 16,0 0-1,-24 0-15,0 0 16,24 0 0,-24 0-16,0 0 15,0 0-15,0 0 16,0 0-16,0 0 15,0 0-15,0 0 16,24 0-16,-24 0 16,23 0-1,-23 0 1,0 0 0,0 0-1,0 0 1,0 0-1,0 0 1,0 0-16,0 0 16,0 0-16,0 0 15,24 0-15,-24 0 16,0 0 0,0 0-1,0 0-15,0 0 31,0 0-31,0 0 16,24 0-16,0 24 16,-24-24-16,23 0 15,1 0-15,0 0 16,-24 24-16,0-24 16,0 0-16,0 0 15,0 24-15,0-24 16,0 0-16,0 0 15,24 0-15,0 0 16,-24 0 0,0 0-16,0 0 15,0 0-15,0 0 16,0 0 0,0 0-16,0 0 15,0 0-15,-1 0 16,1 0-16,0 0 15,0 0-15,0 0 16,24 0-16,-24 0 31,0 0-15,0 0 15,0 0-31,0 0 16,0 0-1,0 0-15,0 0 16,0 0 0,0 0-16,0 0 15,0 0 1,0 0 0,0 0-16,0 0 15,0 0 1,0 0-1,0 0-15,0 0 16,-1 0-16,1 0 16,0 0 15,0 0-15,24 0-1,-24 0 1,0 0-16,0 0 15,0 0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9-22T11:29:14.477"/>
    </inkml:context>
    <inkml:brush xml:id="br0">
      <inkml:brushProperty name="width" value="0.25" units="cm"/>
      <inkml:brushProperty name="height" value="0.5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0,'24'0'203,"0"0"-172,0 0-15,0 0 46,0 0-15,-24 24-31,23-24 62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3T14:05:32.830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15,'79'0,"-6"0,-14 0,0 0,4 0,5 0,0 0,-7 0,-19 0,-13 0,-10 0,1 0,3 0,7 0,2 0,6 0,-4 0,-7 0,-10 0,4 0,1 0,12-1,3-1,3 0,0 0,0 1,0 1,-5 0,-6 0,-9 0,0 0,3 0,12 0,7 0,4 0,2 0,-2 0,0 0,-1 0,-4 0,-6 0,-9 0,-7 0,3 0,1 0,11 0,4 0,0 0,-2 0,-3 0,-2 0,-1 0,-1 0,-4 0,-5 0,2 0,-3 0,11 0,-7 0,3 0,-2 0,-5 0,3-2,-2 1,1-2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3T14:05:37.89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0,'84'0,"-8"0,-33 0,-6 0,-10 0,-7 0,6 0,0 0,13 0,-8 0,-4 0,-8 0,-1 0,2 0,8 0,2 0,-2 0,-8 0,7 0,-3 0,7 0,-10 0,-2 0,-4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3T14:05:45.45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44,'72'0,"-6"0,-19 0,10 0,9 0,3 0,-7 0,-16 0,-15 0,-14 0,-6 0,13 0,8 0,22 0,0 0,-4 0,-13 0,-12 0,-9 0,-4 0,7 0,6 0,17 0,5 0,-5 0,-5 0,-6 0,0 0,8 0,-3 1,-4 1,-6 2,-8-1,-3 0,2-1,7-2,0 0,2 0,-2-2,-6 0,-2 0,-1 0,3 2,11 0,10 0,7 0,1 0,-1 0,-7 0,-10 0,-6 0,-9 0,0 0,6 0,10 0,9-2,0 0,-8-1,-9-1,-8 1,-2 0,10-2,-2 1,15-1,-1 3,8 0,0 2,-7 0,-9 0,-10 0,-4-3,12 3,-1-3,11 3,-8 0,-6 0,-6 0,3 0,-1 0,-2-2,8 1,-10-1,5 1,-1 1,-1 0,1-2,-1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3T14:05:59.20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39,'71'-3,"-14"1,-34-1,-3 1,3-1,7-1,-2 1,2 0,0 0,-6 1,0 0,-9 2,1 0,1 0,10 0,1 0,0 0,-5 0,-7 0,-1 0,3 0,9 0,7 0,2 0,-5 0,-8 0,-8 0,1 0,7-2,12 0,9 0,4 0,-7 2,-10 0,-10 0,-8 0,9 0,3 0,11 0,-3 0,-3 0,-6 0,-5 0,-5 0,1 0,4 0,7 0,8 0,1 0,-5 0,-7 0,-8 0,-3 0,10 0,-7 0,8 0,-10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3T14:06:06.56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6,'73'0,"-3"0,-18 0,-1 0,-1 0,-5 0,-8 0,0 0,0 0,-1 0,-1 0,-10 0,-3 0,6 0,9 0,9 0,3 0,-5 0,-6 0,-10 0,-8 0,-5 0,-1 0,11 0,2 0,8 0,-6 0,-8 0,-5 0,3 0,-4 0,12 0,8 0,5 0,0 0,-11 0,-10 0,-7 0,5 0,10 0,9 0,5 0,-5 0,-10 0,-9 0,-6 0,10 0,-4 0,11 0,-9 0,-4 0,-1-3,2 3,1-3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3T14:06:10.51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28,'59'0,"-2"0,-9 0,-1 0,-1 0,-6 0,-11 0,-6 0,-7 0,-2-2,4-2,3 0,4-1,1 2,-3 0,-6 0,-4 1,3 1,5 1,8 0,2 0,-3 0,-7 0,-6 0,-2 0,10 0,2 0,7 0,-3 0,-7 0,-6 0,5 0,-3 0,5 0,-4 0,-3 0,5 0,10 0,12 0,4 0,-7 0,-10 0,-13 0,-5 0,14 0,1 0,15 0,-7 0,-6 0,-9 0,-7 0,4 0,4 1,10 1,1 0,-1 2,-6-2,-8 0,-3 0,2-2,-1 0,5 0,-4 0,1 0,-3 0,6 0,-6 0,4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D3250-4E41-3D44-970F-1BD0BF93DEA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30966-C1A4-4D4F-A3B3-499BA68D38C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01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85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015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58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27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96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0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60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49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2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99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07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848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45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83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772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73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933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2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915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548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015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171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922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728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452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E5B76-D814-2309-72C7-A07F20AE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3280939-AC43-40B0-3746-459130669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E11E11-FC1A-01B6-4686-593BD6BE1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D04342-5051-8348-FBD8-0D80B6DF6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812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489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868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590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1E4DB-DD69-496F-0001-06BEB467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32EAC66-A89A-DD24-8786-1CCC526FA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9560D2D-F23F-8AB9-647D-1ACE53E19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5696D0-CB0D-38EF-88B9-4A4622061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577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867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005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30966-C1A4-4D4F-A3B3-499BA68D38C3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454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4356CA8-5849-6945-AE91-768E17B950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95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E4029-5048-B848-AC86-69242FBC9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4B1F00-9208-DB47-AE1B-4B1D3DE77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920CB3-FBBB-F14A-8D7F-235C1F007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6EBA5C-E9C4-1440-9251-34504B489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54FDE7-C185-2B4E-B5AA-47904F74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7B7AA-6F56-3A4C-A793-126E950C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88AD10-8D08-984F-B146-F5B05684B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3EF726-84BA-E142-B96C-8C914523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622F02-8293-B94D-9416-991646436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3D1492-B09B-3F4E-9333-D2198E9F9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32D72-3824-D342-8BF9-1148D3E52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790CFC-CCBF-344F-8984-DCEC46E33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1166B0-2EBE-434C-BBBD-B6F4A9AA3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2D02E0-CD44-DC4A-9C43-CEFEC8F8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8002FD-A595-C24F-8B45-771021A78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58EEC1-57DC-C548-937A-9698DBB7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8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1CDE5-5E75-3C41-BA37-E77702FE6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EBA069-B235-EE43-AA24-349B3300D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09F23-1D16-1E49-984F-A1907E176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5A10A-CFC2-1246-A5BF-1D0CEAC65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DACA85-8693-7244-9524-F0D2D99B1B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D385EF8-7480-8047-8099-5E275B1FB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E9CB3F-FC04-A04F-A6F6-5FACC497B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EF7E937-9345-014A-853E-B1815CC9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60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CB6DD-F62C-F14A-83D8-80CA51097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38E83F-3440-DA48-B905-91F168C4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FFD280-E316-6B4F-BB12-7059BE3D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2094D6-3A00-7042-80E0-9DF0991B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4C00F9-C3F4-844B-B4DD-A24696E7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A6C4D1-B8A2-4F4F-B95A-A6899904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266FE1-D3DD-5941-8981-1957F587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49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DDF60-9A58-C34D-A08F-971EB52F8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D36D45-4D38-944F-94B6-B92E15C39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85D89A-4A45-B94A-A881-A907FC249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417CDF-9592-764E-855E-890BD164E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65F772-6123-7A4C-98AD-6546C67F6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A16D2A-7B17-8748-BFF2-EFF2B8DA7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0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E41F3-EF44-624D-BB11-EBFEFB2F9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6074608-0C47-924A-A084-8297911A2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2483EE-A085-3548-98B4-264904827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EF1DD6-1232-964D-9E28-880BEDA2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511814-D75F-9945-9D0E-A6E8BC31F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C8784A-720D-CD4C-BBBE-ECD9B2B0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91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4E43A-AEC8-B441-84AD-96951381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379286-0F27-3648-8CE6-572193972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C612C-E25E-8B44-A4EE-E46BD0C3C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FD9368-5D30-8443-9ADA-F6C7DB9D7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0E1137-4BD6-0648-877B-F4FA0971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4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498780-7043-CD4C-BA50-47AB082DE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D044A0-662C-494F-8F3E-D9121AC51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BED553-6E55-7140-911C-6E8A3C74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D7CB84-2D8B-BF46-ABBF-92191C63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DE8C5C-8D84-464C-94F4-A2E56AF5F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62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61920-87AC-4B4B-B40A-E77C5A24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1E4136-6943-DC4F-8FA4-4F95B3C67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F385C5-8970-4A4F-8173-EB3682D64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D417-1396-8D4C-96F4-CFC035639F6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2ED8D5-A33E-DE44-9690-4FCE6B64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4E9746-4750-6144-8FF4-D7FAD9B9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8CDBE-A386-F347-A11E-52195C47D6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52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91F9694-41B7-1041-8286-C0E86B81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AD002D-9050-0843-A5E0-988168DA6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782FE4-2CC2-8F4B-AB4D-66FF87F312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DC1D6-F22C-8143-A563-2B60F8EB7AA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CB351E-928F-6B48-8EE0-67049C458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9E4EF4-7B91-AE4C-89F5-EA7E537FA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958D6-C30D-DF41-92FE-AC77BE2729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6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tif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tiff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.tiff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5.emf"/><Relationship Id="rId5" Type="http://schemas.openxmlformats.org/officeDocument/2006/relationships/image" Target="../media/image20.png"/><Relationship Id="rId10" Type="http://schemas.openxmlformats.org/officeDocument/2006/relationships/customXml" Target="../ink/ink2.xml"/><Relationship Id="rId4" Type="http://schemas.openxmlformats.org/officeDocument/2006/relationships/image" Target="../media/image21.png"/><Relationship Id="rId9" Type="http://schemas.openxmlformats.org/officeDocument/2006/relationships/image" Target="../media/image24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4.xml"/><Relationship Id="rId18" Type="http://schemas.openxmlformats.org/officeDocument/2006/relationships/image" Target="../media/image32.emf"/><Relationship Id="rId3" Type="http://schemas.openxmlformats.org/officeDocument/2006/relationships/image" Target="../media/image1.tiff"/><Relationship Id="rId21" Type="http://schemas.openxmlformats.org/officeDocument/2006/relationships/customXml" Target="../ink/ink8.xml"/><Relationship Id="rId7" Type="http://schemas.openxmlformats.org/officeDocument/2006/relationships/image" Target="../media/image27.png"/><Relationship Id="rId12" Type="http://schemas.openxmlformats.org/officeDocument/2006/relationships/image" Target="../media/image29.emf"/><Relationship Id="rId17" Type="http://schemas.openxmlformats.org/officeDocument/2006/relationships/customXml" Target="../ink/ink6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1.emf"/><Relationship Id="rId20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customXml" Target="../ink/ink3.xml"/><Relationship Id="rId24" Type="http://schemas.openxmlformats.org/officeDocument/2006/relationships/image" Target="../media/image35.emf"/><Relationship Id="rId5" Type="http://schemas.openxmlformats.org/officeDocument/2006/relationships/image" Target="../media/image20.png"/><Relationship Id="rId15" Type="http://schemas.openxmlformats.org/officeDocument/2006/relationships/customXml" Target="../ink/ink5.xml"/><Relationship Id="rId23" Type="http://schemas.openxmlformats.org/officeDocument/2006/relationships/customXml" Target="../ink/ink9.xml"/><Relationship Id="rId10" Type="http://schemas.openxmlformats.org/officeDocument/2006/relationships/image" Target="../media/image28.png"/><Relationship Id="rId19" Type="http://schemas.openxmlformats.org/officeDocument/2006/relationships/customXml" Target="../ink/ink7.xml"/><Relationship Id="rId4" Type="http://schemas.openxmlformats.org/officeDocument/2006/relationships/image" Target="../media/image7.png"/><Relationship Id="rId9" Type="http://schemas.openxmlformats.org/officeDocument/2006/relationships/image" Target="../media/image22.png"/><Relationship Id="rId14" Type="http://schemas.openxmlformats.org/officeDocument/2006/relationships/image" Target="../media/image30.emf"/><Relationship Id="rId22" Type="http://schemas.openxmlformats.org/officeDocument/2006/relationships/image" Target="../media/image34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customXml" Target="../ink/ink14.xml"/><Relationship Id="rId18" Type="http://schemas.openxmlformats.org/officeDocument/2006/relationships/image" Target="../media/image43.emf"/><Relationship Id="rId26" Type="http://schemas.openxmlformats.org/officeDocument/2006/relationships/image" Target="../media/image47.emf"/><Relationship Id="rId3" Type="http://schemas.openxmlformats.org/officeDocument/2006/relationships/image" Target="../media/image1.tiff"/><Relationship Id="rId21" Type="http://schemas.openxmlformats.org/officeDocument/2006/relationships/customXml" Target="../ink/ink18.xml"/><Relationship Id="rId7" Type="http://schemas.openxmlformats.org/officeDocument/2006/relationships/customXml" Target="../ink/ink11.xml"/><Relationship Id="rId12" Type="http://schemas.openxmlformats.org/officeDocument/2006/relationships/image" Target="../media/image40.emf"/><Relationship Id="rId17" Type="http://schemas.openxmlformats.org/officeDocument/2006/relationships/customXml" Target="../ink/ink16.xml"/><Relationship Id="rId25" Type="http://schemas.openxmlformats.org/officeDocument/2006/relationships/customXml" Target="../ink/ink20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2.emf"/><Relationship Id="rId20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11" Type="http://schemas.openxmlformats.org/officeDocument/2006/relationships/customXml" Target="../ink/ink13.xml"/><Relationship Id="rId24" Type="http://schemas.openxmlformats.org/officeDocument/2006/relationships/image" Target="../media/image46.emf"/><Relationship Id="rId5" Type="http://schemas.openxmlformats.org/officeDocument/2006/relationships/customXml" Target="../ink/ink10.xml"/><Relationship Id="rId15" Type="http://schemas.openxmlformats.org/officeDocument/2006/relationships/customXml" Target="../ink/ink15.xml"/><Relationship Id="rId23" Type="http://schemas.openxmlformats.org/officeDocument/2006/relationships/customXml" Target="../ink/ink19.xml"/><Relationship Id="rId10" Type="http://schemas.openxmlformats.org/officeDocument/2006/relationships/image" Target="../media/image39.emf"/><Relationship Id="rId19" Type="http://schemas.openxmlformats.org/officeDocument/2006/relationships/customXml" Target="../ink/ink17.xml"/><Relationship Id="rId4" Type="http://schemas.openxmlformats.org/officeDocument/2006/relationships/image" Target="../media/image36.png"/><Relationship Id="rId9" Type="http://schemas.openxmlformats.org/officeDocument/2006/relationships/customXml" Target="../ink/ink12.xml"/><Relationship Id="rId14" Type="http://schemas.openxmlformats.org/officeDocument/2006/relationships/image" Target="../media/image41.emf"/><Relationship Id="rId22" Type="http://schemas.openxmlformats.org/officeDocument/2006/relationships/image" Target="../media/image4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.tiff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1.tiff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4.png"/><Relationship Id="rId10" Type="http://schemas.openxmlformats.org/officeDocument/2006/relationships/image" Target="../media/image62.png"/><Relationship Id="rId4" Type="http://schemas.openxmlformats.org/officeDocument/2006/relationships/image" Target="../media/image53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9.png"/><Relationship Id="rId3" Type="http://schemas.openxmlformats.org/officeDocument/2006/relationships/image" Target="../media/image1.tiff"/><Relationship Id="rId7" Type="http://schemas.openxmlformats.org/officeDocument/2006/relationships/image" Target="../media/image59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7.png"/><Relationship Id="rId5" Type="http://schemas.openxmlformats.org/officeDocument/2006/relationships/image" Target="../media/image54.png"/><Relationship Id="rId10" Type="http://schemas.openxmlformats.org/officeDocument/2006/relationships/image" Target="../media/image62.png"/><Relationship Id="rId4" Type="http://schemas.openxmlformats.org/officeDocument/2006/relationships/image" Target="../media/image53.png"/><Relationship Id="rId9" Type="http://schemas.openxmlformats.org/officeDocument/2006/relationships/image" Target="../media/image61.png"/><Relationship Id="rId14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0.gif"/><Relationship Id="rId3" Type="http://schemas.openxmlformats.org/officeDocument/2006/relationships/image" Target="../media/image1.tiff"/><Relationship Id="rId7" Type="http://schemas.openxmlformats.org/officeDocument/2006/relationships/image" Target="../media/image75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8.png"/><Relationship Id="rId5" Type="http://schemas.openxmlformats.org/officeDocument/2006/relationships/image" Target="../media/image73.png"/><Relationship Id="rId10" Type="http://schemas.openxmlformats.org/officeDocument/2006/relationships/image" Target="../media/image77.emf"/><Relationship Id="rId4" Type="http://schemas.openxmlformats.org/officeDocument/2006/relationships/image" Target="../media/image72.png"/><Relationship Id="rId9" Type="http://schemas.openxmlformats.org/officeDocument/2006/relationships/customXml" Target="../ink/ink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jpeg"/><Relationship Id="rId4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hyperlink" Target="https://www.rstudio.com/products/rstudio/download/" TargetMode="External"/><Relationship Id="rId4" Type="http://schemas.openxmlformats.org/officeDocument/2006/relationships/hyperlink" Target="https://cloud.r-project.org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tiff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92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91.jpeg"/><Relationship Id="rId4" Type="http://schemas.openxmlformats.org/officeDocument/2006/relationships/diagramData" Target="../diagrams/data1.xml"/><Relationship Id="rId9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tiff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93.png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tiff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10" Type="http://schemas.openxmlformats.org/officeDocument/2006/relationships/image" Target="../media/image95.png"/><Relationship Id="rId4" Type="http://schemas.openxmlformats.org/officeDocument/2006/relationships/diagramData" Target="../diagrams/data3.xml"/><Relationship Id="rId9" Type="http://schemas.openxmlformats.org/officeDocument/2006/relationships/image" Target="../media/image94.png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tiff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11" Type="http://schemas.openxmlformats.org/officeDocument/2006/relationships/image" Target="../media/image48.png"/><Relationship Id="rId5" Type="http://schemas.openxmlformats.org/officeDocument/2006/relationships/diagramLayout" Target="../diagrams/layout4.xml"/><Relationship Id="rId10" Type="http://schemas.openxmlformats.org/officeDocument/2006/relationships/image" Target="../media/image97.png"/><Relationship Id="rId4" Type="http://schemas.openxmlformats.org/officeDocument/2006/relationships/diagramData" Target="../diagrams/data4.xml"/><Relationship Id="rId9" Type="http://schemas.openxmlformats.org/officeDocument/2006/relationships/image" Target="../media/image96.png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tiff"/><Relationship Id="rId7" Type="http://schemas.openxmlformats.org/officeDocument/2006/relationships/diagramColors" Target="../diagrams/colors5.xml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11" Type="http://schemas.openxmlformats.org/officeDocument/2006/relationships/image" Target="../media/image100.png"/><Relationship Id="rId5" Type="http://schemas.openxmlformats.org/officeDocument/2006/relationships/diagramLayout" Target="../diagrams/layout5.xml"/><Relationship Id="rId10" Type="http://schemas.openxmlformats.org/officeDocument/2006/relationships/image" Target="../media/image99.png"/><Relationship Id="rId4" Type="http://schemas.openxmlformats.org/officeDocument/2006/relationships/diagramData" Target="../diagrams/data5.xml"/><Relationship Id="rId9" Type="http://schemas.openxmlformats.org/officeDocument/2006/relationships/image" Target="../media/image9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customXml" Target="../ink/ink26.xml"/><Relationship Id="rId3" Type="http://schemas.openxmlformats.org/officeDocument/2006/relationships/image" Target="../media/image1.tiff"/><Relationship Id="rId7" Type="http://schemas.openxmlformats.org/officeDocument/2006/relationships/customXml" Target="../ink/ink23.xml"/><Relationship Id="rId12" Type="http://schemas.openxmlformats.org/officeDocument/2006/relationships/image" Target="../media/image190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customXml" Target="../ink/ink25.xml"/><Relationship Id="rId5" Type="http://schemas.openxmlformats.org/officeDocument/2006/relationships/customXml" Target="../ink/ink22.xml"/><Relationship Id="rId15" Type="http://schemas.openxmlformats.org/officeDocument/2006/relationships/customXml" Target="../ink/ink27.xml"/><Relationship Id="rId10" Type="http://schemas.openxmlformats.org/officeDocument/2006/relationships/image" Target="../media/image180.png"/><Relationship Id="rId4" Type="http://schemas.openxmlformats.org/officeDocument/2006/relationships/image" Target="../media/image101.png"/><Relationship Id="rId9" Type="http://schemas.openxmlformats.org/officeDocument/2006/relationships/customXml" Target="../ink/ink24.xml"/><Relationship Id="rId14" Type="http://schemas.openxmlformats.org/officeDocument/2006/relationships/image" Target="../media/image200.png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.tiff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Relationship Id="rId9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4CA938B-B7D3-C447-B6C4-6303AF8D57E2}"/>
              </a:ext>
            </a:extLst>
          </p:cNvPr>
          <p:cNvSpPr txBox="1"/>
          <p:nvPr/>
        </p:nvSpPr>
        <p:spPr>
          <a:xfrm>
            <a:off x="1205645" y="848227"/>
            <a:ext cx="10012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Science</a:t>
            </a:r>
            <a:endParaRPr lang="es-ES" sz="36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0D44790-2373-8948-BF4E-0601111827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61188" y="5693057"/>
            <a:ext cx="4374431" cy="90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1446DC-BD9F-404E-8E03-417BDE97A349}"/>
              </a:ext>
            </a:extLst>
          </p:cNvPr>
          <p:cNvSpPr txBox="1">
            <a:spLocks noChangeArrowheads="1"/>
          </p:cNvSpPr>
          <p:nvPr/>
        </p:nvSpPr>
        <p:spPr>
          <a:xfrm>
            <a:off x="5252929" y="3894364"/>
            <a:ext cx="6518501" cy="219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31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 algn="r" hangingPunct="1">
              <a:buFontTx/>
              <a:buNone/>
            </a:pPr>
            <a:r>
              <a:rPr lang="es-ES" sz="1400" dirty="0">
                <a:solidFill>
                  <a:srgbClr val="262626"/>
                </a:solidFill>
                <a:latin typeface="Helvetica Neue Medium"/>
                <a:sym typeface="Helvetica Neue Medium"/>
              </a:rPr>
              <a:t>Dr. Juan A. Ferrer-Bonsoms		jafhernandez@tecnun.es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915FB93-FBAB-B2D4-4FE1-97A622607566}"/>
              </a:ext>
            </a:extLst>
          </p:cNvPr>
          <p:cNvSpPr txBox="1"/>
          <p:nvPr/>
        </p:nvSpPr>
        <p:spPr>
          <a:xfrm>
            <a:off x="1205644" y="2676474"/>
            <a:ext cx="10012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Introduction to Statistical Inference and R for Data Science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704739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2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Statistical Inference (intro)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7E71026-60E3-407A-8111-F3E4514AD8C0}"/>
              </a:ext>
            </a:extLst>
          </p:cNvPr>
          <p:cNvSpPr txBox="1"/>
          <p:nvPr/>
        </p:nvSpPr>
        <p:spPr>
          <a:xfrm>
            <a:off x="370936" y="1164566"/>
            <a:ext cx="11516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Variable aleatoria: función que asigna un valor numérico a cada resultado de un experimento  aleatorio.</a:t>
            </a:r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r>
              <a:rPr lang="es-ES_tradnl" dirty="0"/>
              <a:t>V.A. Discretas = Toman valores finitos o contables</a:t>
            </a:r>
          </a:p>
          <a:p>
            <a:r>
              <a:rPr lang="es-ES_tradnl" dirty="0"/>
              <a:t>V.A. Continuas = Toman valores en un intervalo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4B8AE6-9F5D-4AD0-A899-FCE19D258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937" y="4131355"/>
            <a:ext cx="8458904" cy="24795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6" name="Picture 2" descr="Función de probabilidad de una variable aleatoria continua | Matemóvil">
            <a:extLst>
              <a:ext uri="{FF2B5EF4-FFF2-40B4-BE49-F238E27FC236}">
                <a16:creationId xmlns:a16="http://schemas.microsoft.com/office/drawing/2014/main" id="{E74C3654-3433-4C9E-A5A2-B7CEECC0F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953" y="1872043"/>
            <a:ext cx="2993905" cy="1655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ariables Aleatorias Discretas – Procesos Estocásticos">
            <a:extLst>
              <a:ext uri="{FF2B5EF4-FFF2-40B4-BE49-F238E27FC236}">
                <a16:creationId xmlns:a16="http://schemas.microsoft.com/office/drawing/2014/main" id="{2A0AADE5-D147-492A-89B2-09E2F0A4B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806" y="1791960"/>
            <a:ext cx="2747783" cy="200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1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3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Statistical Inference (intro)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7E71026-60E3-407A-8111-F3E4514AD8C0}"/>
              </a:ext>
            </a:extLst>
          </p:cNvPr>
          <p:cNvSpPr txBox="1"/>
          <p:nvPr/>
        </p:nvSpPr>
        <p:spPr>
          <a:xfrm>
            <a:off x="370936" y="1164566"/>
            <a:ext cx="11516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Variable aleatoria: función que asigna un valor numérico a cada resultado de un experimento  aleatorio.</a:t>
            </a:r>
          </a:p>
          <a:p>
            <a:endParaRPr lang="es-ES_tradnl" dirty="0"/>
          </a:p>
          <a:p>
            <a:r>
              <a:rPr lang="en-US" dirty="0"/>
              <a:t>X = Los km que </a:t>
            </a:r>
            <a:r>
              <a:rPr lang="en-US" dirty="0" err="1"/>
              <a:t>hace</a:t>
            </a:r>
            <a:r>
              <a:rPr lang="en-US" dirty="0"/>
              <a:t> un </a:t>
            </a:r>
            <a:r>
              <a:rPr lang="en-US" dirty="0" err="1"/>
              <a:t>coche</a:t>
            </a:r>
            <a:r>
              <a:rPr lang="en-US" dirty="0"/>
              <a:t> hasta </a:t>
            </a:r>
            <a:r>
              <a:rPr lang="en-US" dirty="0" err="1"/>
              <a:t>necesitar</a:t>
            </a:r>
            <a:r>
              <a:rPr lang="en-US" dirty="0"/>
              <a:t> una </a:t>
            </a:r>
            <a:r>
              <a:rPr lang="en-US" dirty="0" err="1"/>
              <a:t>reparación</a:t>
            </a:r>
            <a:r>
              <a:rPr lang="en-US" dirty="0"/>
              <a:t> </a:t>
            </a:r>
            <a:r>
              <a:rPr lang="en-US" dirty="0" err="1"/>
              <a:t>importante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¿Podemos </a:t>
            </a:r>
            <a:r>
              <a:rPr lang="en-US" b="1" dirty="0" err="1"/>
              <a:t>caracterizar</a:t>
            </a:r>
            <a:r>
              <a:rPr lang="en-US" b="1" dirty="0"/>
              <a:t> X?</a:t>
            </a:r>
            <a:endParaRPr lang="es-ES_tradnl" b="1" dirty="0"/>
          </a:p>
          <a:p>
            <a:endParaRPr lang="es-ES_tradnl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0FC2080-572F-4152-A1DB-0DFF0D3E8F62}"/>
              </a:ext>
            </a:extLst>
          </p:cNvPr>
          <p:cNvSpPr txBox="1"/>
          <p:nvPr/>
        </p:nvSpPr>
        <p:spPr>
          <a:xfrm>
            <a:off x="370936" y="2690763"/>
            <a:ext cx="52948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Distribución</a:t>
            </a:r>
            <a:r>
              <a:rPr lang="en-US" dirty="0"/>
              <a:t> (</a:t>
            </a:r>
            <a:r>
              <a:rPr lang="en-US" dirty="0" err="1"/>
              <a:t>si</a:t>
            </a:r>
            <a:r>
              <a:rPr lang="en-US" dirty="0"/>
              <a:t> es </a:t>
            </a:r>
            <a:r>
              <a:rPr lang="en-US" dirty="0" err="1"/>
              <a:t>conocida</a:t>
            </a:r>
            <a:r>
              <a:rPr lang="en-US" dirty="0"/>
              <a:t>). En </a:t>
            </a:r>
            <a:r>
              <a:rPr lang="en-US" dirty="0" err="1"/>
              <a:t>muchos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TCL es </a:t>
            </a:r>
            <a:r>
              <a:rPr lang="en-US" dirty="0" err="1"/>
              <a:t>una</a:t>
            </a:r>
            <a:r>
              <a:rPr lang="en-US" dirty="0"/>
              <a:t> Normal.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f(x)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F(x)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Características</a:t>
            </a:r>
            <a:r>
              <a:rPr lang="en-US" dirty="0"/>
              <a:t> de </a:t>
            </a:r>
            <a:r>
              <a:rPr lang="en-US" dirty="0" err="1"/>
              <a:t>localización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media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mediana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Características</a:t>
            </a:r>
            <a:r>
              <a:rPr lang="en-US" dirty="0"/>
              <a:t> de </a:t>
            </a:r>
            <a:r>
              <a:rPr lang="en-US" dirty="0" err="1"/>
              <a:t>dispersión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Varianza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Desviación</a:t>
            </a:r>
            <a:r>
              <a:rPr lang="en-US" dirty="0"/>
              <a:t> </a:t>
            </a:r>
            <a:r>
              <a:rPr lang="en-US" dirty="0" err="1"/>
              <a:t>típica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460B66-C905-4458-A25D-284391E99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61" y="2738358"/>
            <a:ext cx="219475" cy="364572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95D10EF-E523-4CBF-8344-EF1C7A14B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102" y="3351249"/>
            <a:ext cx="2286000" cy="809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84B4B22-46F4-428F-89E7-1AB3DD4C63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0502" y="4299413"/>
            <a:ext cx="2381250" cy="6762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817237C-A704-4AF3-9F9B-7C3838D48A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0502" y="5229871"/>
            <a:ext cx="4114800" cy="647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50" name="Picture 2" descr="Mediana (estadística) - Wikipedia, la enciclopedia libre">
            <a:extLst>
              <a:ext uri="{FF2B5EF4-FFF2-40B4-BE49-F238E27FC236}">
                <a16:creationId xmlns:a16="http://schemas.microsoft.com/office/drawing/2014/main" id="{87903B76-6343-4578-9BB6-BEAE5DDDB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9182" y="1764762"/>
            <a:ext cx="2208018" cy="378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380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4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Statistical Inference (Distributions)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115EFA9-C1B2-4A86-BBB6-B2D82076E139}"/>
              </a:ext>
            </a:extLst>
          </p:cNvPr>
          <p:cNvSpPr txBox="1"/>
          <p:nvPr/>
        </p:nvSpPr>
        <p:spPr>
          <a:xfrm>
            <a:off x="517585" y="969088"/>
            <a:ext cx="384738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Bernoulli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Binomial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Hipergeométrica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Normal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Chi-</a:t>
            </a:r>
            <a:r>
              <a:rPr lang="en-US" b="1" dirty="0" err="1"/>
              <a:t>Cuadrado</a:t>
            </a:r>
            <a:r>
              <a:rPr lang="en-US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T-student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Distribución</a:t>
            </a:r>
            <a:r>
              <a:rPr lang="en-US" b="1" dirty="0"/>
              <a:t> F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938ACAA-F23C-4A02-BBAE-FBA85D611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176" y="810598"/>
            <a:ext cx="3301113" cy="15405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803F573-DE6F-430B-8A26-097CF87B4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4346" y="810598"/>
            <a:ext cx="3540174" cy="17173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B957263-8238-48CF-A516-AB2CDCF1D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2832" y="2995612"/>
            <a:ext cx="2143125" cy="8667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EDCFE0F-6441-442E-B2E5-3E73AC7C55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3872" y="3849659"/>
            <a:ext cx="1257300" cy="6572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B73F923-9C34-4390-A1A3-8A7CF6D8A0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1815" y="4506884"/>
            <a:ext cx="1295400" cy="990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F5476EE8-6B5E-4AD5-BFF1-C07653CE94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5665" y="5497484"/>
            <a:ext cx="1495425" cy="7143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64179DF-3845-44DF-B828-E15CAC202A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1960" y="3424268"/>
            <a:ext cx="4424946" cy="23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36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5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Statistical Inference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8D90A769-59A8-4641-8C62-52838C080051}"/>
              </a:ext>
            </a:extLst>
          </p:cNvPr>
          <p:cNvSpPr txBox="1"/>
          <p:nvPr/>
        </p:nvSpPr>
        <p:spPr>
          <a:xfrm>
            <a:off x="323851" y="975558"/>
            <a:ext cx="6057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Población de </a:t>
            </a:r>
            <a:r>
              <a:rPr lang="en-US" b="1" dirty="0" err="1"/>
              <a:t>interés</a:t>
            </a:r>
            <a:r>
              <a:rPr lang="en-US" dirty="0"/>
              <a:t>. “X = Los km que </a:t>
            </a:r>
            <a:r>
              <a:rPr lang="en-US" dirty="0" err="1"/>
              <a:t>hace</a:t>
            </a:r>
            <a:r>
              <a:rPr lang="en-US" dirty="0"/>
              <a:t> un </a:t>
            </a:r>
            <a:r>
              <a:rPr lang="en-US" dirty="0" err="1"/>
              <a:t>coche</a:t>
            </a:r>
            <a:r>
              <a:rPr lang="en-US" dirty="0"/>
              <a:t> hasta </a:t>
            </a:r>
            <a:r>
              <a:rPr lang="en-US" dirty="0" err="1"/>
              <a:t>necesitar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reparación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”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38795ED-EC83-489C-862D-E7B493466834}"/>
              </a:ext>
            </a:extLst>
          </p:cNvPr>
          <p:cNvSpPr/>
          <p:nvPr/>
        </p:nvSpPr>
        <p:spPr>
          <a:xfrm>
            <a:off x="323850" y="1804978"/>
            <a:ext cx="2981325" cy="1755454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lang="en-US" b="1" dirty="0">
                <a:solidFill>
                  <a:schemeClr val="bg1"/>
                </a:solidFill>
              </a:rPr>
              <a:t>Población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619F56B-FCEE-4391-BB15-8CF0F0B7366F}"/>
              </a:ext>
            </a:extLst>
          </p:cNvPr>
          <p:cNvSpPr txBox="1"/>
          <p:nvPr/>
        </p:nvSpPr>
        <p:spPr>
          <a:xfrm>
            <a:off x="3305175" y="1976901"/>
            <a:ext cx="3714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se que valor </a:t>
            </a:r>
            <a:r>
              <a:rPr lang="en-US" dirty="0" err="1"/>
              <a:t>va</a:t>
            </a:r>
            <a:r>
              <a:rPr lang="en-US" dirty="0"/>
              <a:t> a </a:t>
            </a:r>
            <a:r>
              <a:rPr lang="en-US" dirty="0" err="1"/>
              <a:t>tener</a:t>
            </a:r>
            <a:r>
              <a:rPr lang="en-US" dirty="0"/>
              <a:t> X, </a:t>
            </a:r>
            <a:r>
              <a:rPr lang="en-US" dirty="0" err="1"/>
              <a:t>porque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V.A,</a:t>
            </a:r>
          </a:p>
          <a:p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puedo</a:t>
            </a:r>
            <a:r>
              <a:rPr lang="en-US" dirty="0"/>
              <a:t> </a:t>
            </a:r>
            <a:r>
              <a:rPr lang="en-US" b="1" dirty="0" err="1"/>
              <a:t>caracterizar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aleatoreidad</a:t>
            </a:r>
            <a:endParaRPr lang="en-US" dirty="0"/>
          </a:p>
        </p:txBody>
      </p:sp>
      <p:sp>
        <p:nvSpPr>
          <p:cNvPr id="10" name="Right Arrow 17">
            <a:extLst>
              <a:ext uri="{FF2B5EF4-FFF2-40B4-BE49-F238E27FC236}">
                <a16:creationId xmlns:a16="http://schemas.microsoft.com/office/drawing/2014/main" id="{08F39F6B-9C78-4852-9038-ECEE63501274}"/>
              </a:ext>
            </a:extLst>
          </p:cNvPr>
          <p:cNvSpPr/>
          <p:nvPr/>
        </p:nvSpPr>
        <p:spPr>
          <a:xfrm rot="5400000">
            <a:off x="1278729" y="4098539"/>
            <a:ext cx="1071565" cy="385762"/>
          </a:xfrm>
          <a:prstGeom prst="rightArrow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29B7B846-3874-4224-B176-520CC16B6EEA}"/>
              </a:ext>
            </a:extLst>
          </p:cNvPr>
          <p:cNvSpPr txBox="1"/>
          <p:nvPr/>
        </p:nvSpPr>
        <p:spPr>
          <a:xfrm>
            <a:off x="478366" y="410907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Muestreo</a:t>
            </a:r>
            <a:endParaRPr lang="en-US" dirty="0"/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B1DF0378-EFC1-47DC-9C8F-42C2C1277E98}"/>
              </a:ext>
            </a:extLst>
          </p:cNvPr>
          <p:cNvSpPr/>
          <p:nvPr/>
        </p:nvSpPr>
        <p:spPr>
          <a:xfrm>
            <a:off x="715669" y="4827204"/>
            <a:ext cx="2322806" cy="771714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lang="en-US" sz="1600" b="1" dirty="0" err="1">
                <a:solidFill>
                  <a:schemeClr val="bg1"/>
                </a:solidFill>
              </a:rPr>
              <a:t>Muestra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Bent Arrow 21">
            <a:extLst>
              <a:ext uri="{FF2B5EF4-FFF2-40B4-BE49-F238E27FC236}">
                <a16:creationId xmlns:a16="http://schemas.microsoft.com/office/drawing/2014/main" id="{A9EE4C9D-BA6A-4457-AE3D-609AE4E83E0F}"/>
              </a:ext>
            </a:extLst>
          </p:cNvPr>
          <p:cNvSpPr/>
          <p:nvPr/>
        </p:nvSpPr>
        <p:spPr>
          <a:xfrm rot="3257320" flipH="1">
            <a:off x="2822958" y="3648420"/>
            <a:ext cx="1346995" cy="1372703"/>
          </a:xfrm>
          <a:prstGeom prst="bentArrow">
            <a:avLst>
              <a:gd name="adj1" fmla="val 21444"/>
              <a:gd name="adj2" fmla="val 25223"/>
              <a:gd name="adj3" fmla="val 25000"/>
              <a:gd name="adj4" fmla="val 77099"/>
            </a:avLst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B6ACC5C1-E138-4F8F-9DE0-A2FCE99CF1B6}"/>
              </a:ext>
            </a:extLst>
          </p:cNvPr>
          <p:cNvSpPr txBox="1"/>
          <p:nvPr/>
        </p:nvSpPr>
        <p:spPr>
          <a:xfrm>
            <a:off x="3924300" y="3998271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Estadística</a:t>
            </a:r>
            <a:endParaRPr lang="en-US" dirty="0"/>
          </a:p>
          <a:p>
            <a:r>
              <a:rPr lang="en-US" dirty="0" err="1"/>
              <a:t>Inferencial</a:t>
            </a:r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590886B-FC3B-4609-BC38-E5872AE3F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416" y="1128070"/>
            <a:ext cx="652329" cy="9876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7">
                <a:extLst>
                  <a:ext uri="{FF2B5EF4-FFF2-40B4-BE49-F238E27FC236}">
                    <a16:creationId xmlns:a16="http://schemas.microsoft.com/office/drawing/2014/main" id="{60DE4D8F-E70A-48CF-970A-B387CDCA2FB3}"/>
                  </a:ext>
                </a:extLst>
              </p:cNvPr>
              <p:cNvSpPr txBox="1"/>
              <p:nvPr/>
            </p:nvSpPr>
            <p:spPr>
              <a:xfrm>
                <a:off x="7567103" y="1931042"/>
                <a:ext cx="109495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1" name="TextBox 7">
                <a:extLst>
                  <a:ext uri="{FF2B5EF4-FFF2-40B4-BE49-F238E27FC236}">
                    <a16:creationId xmlns:a16="http://schemas.microsoft.com/office/drawing/2014/main" id="{60DE4D8F-E70A-48CF-970A-B387CDCA2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7103" y="1931042"/>
                <a:ext cx="1094953" cy="369332"/>
              </a:xfrm>
              <a:prstGeom prst="rect">
                <a:avLst/>
              </a:prstGeom>
              <a:blipFill>
                <a:blip r:embed="rId5"/>
                <a:stretch>
                  <a:fillRect l="-4444" r="-8333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5">
            <a:extLst>
              <a:ext uri="{FF2B5EF4-FFF2-40B4-BE49-F238E27FC236}">
                <a16:creationId xmlns:a16="http://schemas.microsoft.com/office/drawing/2014/main" id="{3E4E1237-8218-4F89-BDF7-1466F5C54A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371" r="21445" b="56354"/>
          <a:stretch>
            <a:fillRect/>
          </a:stretch>
        </p:blipFill>
        <p:spPr>
          <a:xfrm>
            <a:off x="6740592" y="4215739"/>
            <a:ext cx="1313181" cy="10698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Picture 26">
            <a:extLst>
              <a:ext uri="{FF2B5EF4-FFF2-40B4-BE49-F238E27FC236}">
                <a16:creationId xmlns:a16="http://schemas.microsoft.com/office/drawing/2014/main" id="{C0E28BE8-28DA-4ECA-BCE6-A937E87661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581" t="64822" r="7212" b="3693"/>
          <a:stretch>
            <a:fillRect/>
          </a:stretch>
        </p:blipFill>
        <p:spPr>
          <a:xfrm>
            <a:off x="8939597" y="4364791"/>
            <a:ext cx="1828799" cy="7717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2413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6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Statistical Inference (estimators)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6E581346-E77A-4DD1-853C-A0C9E91F4A97}"/>
              </a:ext>
            </a:extLst>
          </p:cNvPr>
          <p:cNvSpPr/>
          <p:nvPr/>
        </p:nvSpPr>
        <p:spPr>
          <a:xfrm>
            <a:off x="228959" y="1416789"/>
            <a:ext cx="2981325" cy="1755454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lang="en-US" b="1" dirty="0">
                <a:solidFill>
                  <a:schemeClr val="bg1"/>
                </a:solidFill>
              </a:rPr>
              <a:t>Población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Right Arrow 17">
            <a:extLst>
              <a:ext uri="{FF2B5EF4-FFF2-40B4-BE49-F238E27FC236}">
                <a16:creationId xmlns:a16="http://schemas.microsoft.com/office/drawing/2014/main" id="{9B76EA7A-CD48-4A99-AA07-28DA33820B87}"/>
              </a:ext>
            </a:extLst>
          </p:cNvPr>
          <p:cNvSpPr/>
          <p:nvPr/>
        </p:nvSpPr>
        <p:spPr>
          <a:xfrm rot="5400000">
            <a:off x="1183838" y="3710350"/>
            <a:ext cx="1071565" cy="385762"/>
          </a:xfrm>
          <a:prstGeom prst="rightArrow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26DCD6AF-6BC7-469D-8699-1C5CC6C96C48}"/>
              </a:ext>
            </a:extLst>
          </p:cNvPr>
          <p:cNvSpPr txBox="1"/>
          <p:nvPr/>
        </p:nvSpPr>
        <p:spPr>
          <a:xfrm>
            <a:off x="383475" y="3720889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Muestreo</a:t>
            </a:r>
            <a:endParaRPr lang="en-US" dirty="0"/>
          </a:p>
        </p:txBody>
      </p:sp>
      <p:sp>
        <p:nvSpPr>
          <p:cNvPr id="10" name="Oval 19">
            <a:extLst>
              <a:ext uri="{FF2B5EF4-FFF2-40B4-BE49-F238E27FC236}">
                <a16:creationId xmlns:a16="http://schemas.microsoft.com/office/drawing/2014/main" id="{86127F8B-B67E-462B-864F-D49DCB2B7BE3}"/>
              </a:ext>
            </a:extLst>
          </p:cNvPr>
          <p:cNvSpPr/>
          <p:nvPr/>
        </p:nvSpPr>
        <p:spPr>
          <a:xfrm>
            <a:off x="620778" y="4439015"/>
            <a:ext cx="2322806" cy="771714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r>
              <a:rPr lang="en-US" sz="1600" b="1" dirty="0" err="1">
                <a:solidFill>
                  <a:schemeClr val="bg1"/>
                </a:solidFill>
              </a:rPr>
              <a:t>Muestra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Bent Arrow 21">
            <a:extLst>
              <a:ext uri="{FF2B5EF4-FFF2-40B4-BE49-F238E27FC236}">
                <a16:creationId xmlns:a16="http://schemas.microsoft.com/office/drawing/2014/main" id="{7DF5C467-7CC2-4656-AE1F-7BE74D08C5E6}"/>
              </a:ext>
            </a:extLst>
          </p:cNvPr>
          <p:cNvSpPr/>
          <p:nvPr/>
        </p:nvSpPr>
        <p:spPr>
          <a:xfrm rot="3257320" flipH="1">
            <a:off x="2728067" y="3260231"/>
            <a:ext cx="1346995" cy="1372703"/>
          </a:xfrm>
          <a:prstGeom prst="bentArrow">
            <a:avLst>
              <a:gd name="adj1" fmla="val 21444"/>
              <a:gd name="adj2" fmla="val 25223"/>
              <a:gd name="adj3" fmla="val 25000"/>
              <a:gd name="adj4" fmla="val 77099"/>
            </a:avLst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Box 23">
            <a:extLst>
              <a:ext uri="{FF2B5EF4-FFF2-40B4-BE49-F238E27FC236}">
                <a16:creationId xmlns:a16="http://schemas.microsoft.com/office/drawing/2014/main" id="{F7C17D85-B937-485D-8345-9A898310644B}"/>
              </a:ext>
            </a:extLst>
          </p:cNvPr>
          <p:cNvSpPr txBox="1"/>
          <p:nvPr/>
        </p:nvSpPr>
        <p:spPr>
          <a:xfrm>
            <a:off x="3829409" y="3610082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Estadística</a:t>
            </a:r>
            <a:endParaRPr lang="en-US" dirty="0"/>
          </a:p>
          <a:p>
            <a:r>
              <a:rPr lang="en-US" dirty="0" err="1"/>
              <a:t>Inferencial</a:t>
            </a:r>
            <a:endParaRPr lang="en-U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27C76-953F-49D4-AC87-962E01394EB0}"/>
              </a:ext>
            </a:extLst>
          </p:cNvPr>
          <p:cNvSpPr txBox="1"/>
          <p:nvPr/>
        </p:nvSpPr>
        <p:spPr>
          <a:xfrm>
            <a:off x="5313872" y="914400"/>
            <a:ext cx="59694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b="1" dirty="0"/>
              <a:t>Población</a:t>
            </a:r>
            <a:r>
              <a:rPr lang="es-ES_tradnl" dirty="0"/>
              <a:t>: conjunto completo de los elemento que queremos estudiar.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b="1" dirty="0"/>
              <a:t>Muestra</a:t>
            </a:r>
            <a:r>
              <a:rPr lang="es-ES_tradnl" dirty="0"/>
              <a:t>: subconjunto de la población que observamos y realmente podemos medir.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b="1" dirty="0"/>
              <a:t>Parámetro</a:t>
            </a:r>
            <a:r>
              <a:rPr lang="es-ES_tradnl" dirty="0"/>
              <a:t>: constante que determina total o parcialmente una distribución y por lo tanto, que caracteriza la población. Generalmente desconocido.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b="1" dirty="0"/>
              <a:t>Estimador</a:t>
            </a:r>
            <a:r>
              <a:rPr lang="es-ES_tradnl" dirty="0"/>
              <a:t>: función g(x1,x2,…,x3) que depende únicamente de los valores de una muestra y se utiliza para estimar los parámetros desconocidos.</a:t>
            </a:r>
          </a:p>
        </p:txBody>
      </p:sp>
    </p:spTree>
    <p:extLst>
      <p:ext uri="{BB962C8B-B14F-4D97-AF65-F5344CB8AC3E}">
        <p14:creationId xmlns:p14="http://schemas.microsoft.com/office/powerpoint/2010/main" val="1020154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7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Estimators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4D785FB9-7369-4598-8354-9B8577F572DE}"/>
                  </a:ext>
                </a:extLst>
              </p:cNvPr>
              <p:cNvSpPr/>
              <p:nvPr/>
            </p:nvSpPr>
            <p:spPr>
              <a:xfrm>
                <a:off x="1364411" y="886604"/>
                <a:ext cx="8077200" cy="34087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00100" lvl="1" indent="-342900">
                  <a:spcAft>
                    <a:spcPts val="1200"/>
                  </a:spcAft>
                  <a:buFont typeface="Wingdings" pitchFamily="2" charset="2"/>
                  <a:buChar char="§"/>
                </a:pPr>
                <a:r>
                  <a:rPr lang="es-ES" dirty="0" err="1"/>
                  <a:t>Assume</a:t>
                </a:r>
                <a:r>
                  <a:rPr lang="es-ES" dirty="0"/>
                  <a:t> </a:t>
                </a:r>
                <a:r>
                  <a:rPr lang="es-ES" dirty="0" err="1"/>
                  <a:t>that</a:t>
                </a:r>
                <a:r>
                  <a:rPr lang="es-ES" dirty="0"/>
                  <a:t> 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b="1" i="1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, x</a:t>
                </a:r>
                <a:r>
                  <a:rPr lang="en-US" b="1" i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,…, </a:t>
                </a:r>
                <a:r>
                  <a:rPr lang="en-US" b="1" i="1" dirty="0" err="1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i="1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dirty="0"/>
                  <a:t> are the observed values from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dirty="0"/>
                  <a:t> independent and identically distributed (</a:t>
                </a:r>
                <a:r>
                  <a:rPr lang="en-US" dirty="0" err="1"/>
                  <a:t>iid</a:t>
                </a:r>
                <a:r>
                  <a:rPr lang="en-US" dirty="0"/>
                  <a:t>) random variables 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b="1" i="1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, X</a:t>
                </a:r>
                <a:r>
                  <a:rPr lang="en-US" b="1" i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,…,</a:t>
                </a:r>
                <a:r>
                  <a:rPr lang="en-US" b="1" i="1" dirty="0" err="1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b="1" i="1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b="1" dirty="0"/>
                  <a:t> </a:t>
                </a:r>
                <a:r>
                  <a:rPr lang="en-US" dirty="0"/>
                  <a:t>, with density function </a:t>
                </a:r>
                <a:r>
                  <a:rPr lang="en-US" b="1" i="1" dirty="0" err="1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b="1" i="1" baseline="-25000" dirty="0" err="1">
                    <a:latin typeface="Times New Roman" pitchFamily="18" charset="0"/>
                    <a:cs typeface="Times New Roman" pitchFamily="18" charset="0"/>
                  </a:rPr>
                  <a:t>Xi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(x,</a:t>
                </a:r>
                <a:r>
                  <a:rPr lang="el-GR" b="1" i="1" dirty="0">
                    <a:latin typeface="Times New Roman" pitchFamily="18" charset="0"/>
                    <a:cs typeface="Times New Roman" pitchFamily="18" charset="0"/>
                  </a:rPr>
                  <a:t>θ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).</a:t>
                </a:r>
              </a:p>
              <a:p>
                <a:pPr marL="800100" lvl="1" indent="-342900">
                  <a:spcAft>
                    <a:spcPts val="1200"/>
                  </a:spcAft>
                  <a:buFont typeface="Wingdings" pitchFamily="2" charset="2"/>
                  <a:buChar char="§"/>
                </a:pPr>
                <a:r>
                  <a:rPr lang="en-US" dirty="0"/>
                  <a:t>We define an estimator of the parameter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  <a:ea typeface="Cambria Math"/>
                      </a:rPr>
                      <m:t>𝜽</m:t>
                    </m:r>
                    <m:r>
                      <a:rPr lang="es-ES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as a function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𝜽</m:t>
                        </m:r>
                      </m:e>
                    </m:acc>
                  </m:oMath>
                </a14:m>
                <a:r>
                  <a:rPr lang="es-ES" b="1" i="1" dirty="0"/>
                  <a:t>(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b="1" i="1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, X</a:t>
                </a:r>
                <a:r>
                  <a:rPr lang="en-US" b="1" i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, …,</a:t>
                </a:r>
                <a:r>
                  <a:rPr lang="en-US" b="1" i="1" dirty="0" err="1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b="1" i="1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s-ES" b="1" i="1" dirty="0"/>
                  <a:t>) </a:t>
                </a:r>
                <a:r>
                  <a:rPr lang="es-ES" i="1" dirty="0"/>
                  <a:t>, </a:t>
                </a:r>
                <a:r>
                  <a:rPr lang="es-ES" dirty="0" err="1"/>
                  <a:t>which</a:t>
                </a:r>
                <a:r>
                  <a:rPr lang="es-ES" dirty="0"/>
                  <a:t> </a:t>
                </a:r>
                <a:r>
                  <a:rPr lang="es-ES" dirty="0" err="1"/>
                  <a:t>is</a:t>
                </a:r>
                <a:r>
                  <a:rPr lang="es-ES" dirty="0"/>
                  <a:t> </a:t>
                </a:r>
                <a:r>
                  <a:rPr lang="es-ES" b="1" dirty="0" err="1"/>
                  <a:t>also</a:t>
                </a:r>
                <a:r>
                  <a:rPr lang="es-ES" b="1" dirty="0"/>
                  <a:t> a </a:t>
                </a:r>
                <a:r>
                  <a:rPr lang="es-ES" b="1" dirty="0" err="1"/>
                  <a:t>random</a:t>
                </a:r>
                <a:r>
                  <a:rPr lang="es-ES" b="1" dirty="0"/>
                  <a:t> variable</a:t>
                </a:r>
                <a:r>
                  <a:rPr lang="es-ES" dirty="0"/>
                  <a:t>. </a:t>
                </a:r>
              </a:p>
              <a:p>
                <a:pPr marL="800100" lvl="1" indent="-342900">
                  <a:spcAft>
                    <a:spcPts val="1200"/>
                  </a:spcAft>
                  <a:buFont typeface="Wingdings" pitchFamily="2" charset="2"/>
                  <a:buChar char="§"/>
                </a:pPr>
                <a:r>
                  <a:rPr lang="es-ES" dirty="0" err="1"/>
                  <a:t>Knowing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distribution</a:t>
                </a:r>
                <a:r>
                  <a:rPr lang="es-ES" dirty="0"/>
                  <a:t> </a:t>
                </a:r>
                <a:r>
                  <a:rPr lang="es-ES" dirty="0" err="1"/>
                  <a:t>of</a:t>
                </a:r>
                <a:r>
                  <a:rPr lang="es-ES" dirty="0"/>
                  <a:t> </a:t>
                </a:r>
                <a:r>
                  <a:rPr lang="es-ES" dirty="0" err="1"/>
                  <a:t>each</a:t>
                </a:r>
                <a:r>
                  <a:rPr lang="es-ES" dirty="0"/>
                  <a:t> </a:t>
                </a:r>
                <a:r>
                  <a:rPr lang="es-ES" dirty="0" err="1"/>
                  <a:t>random</a:t>
                </a:r>
                <a:r>
                  <a:rPr lang="es-ES" dirty="0"/>
                  <a:t> variable </a:t>
                </a:r>
                <a:r>
                  <a:rPr lang="en-US" dirty="0"/>
                  <a:t>or relying on the central limit theorem</a:t>
                </a:r>
                <a:r>
                  <a:rPr lang="es-ES" dirty="0"/>
                  <a:t>, </a:t>
                </a:r>
                <a:r>
                  <a:rPr lang="es-ES" dirty="0" err="1"/>
                  <a:t>we</a:t>
                </a:r>
                <a:r>
                  <a:rPr lang="es-ES" dirty="0"/>
                  <a:t> can determine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distribution</a:t>
                </a:r>
                <a:r>
                  <a:rPr lang="es-ES" dirty="0"/>
                  <a:t> </a:t>
                </a:r>
                <a:r>
                  <a:rPr lang="es-ES" dirty="0" err="1"/>
                  <a:t>of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estimator</a:t>
                </a:r>
                <a:r>
                  <a:rPr lang="es-ES" dirty="0"/>
                  <a:t>. </a:t>
                </a:r>
              </a:p>
              <a:p>
                <a:pPr marL="800100" lvl="1" indent="-342900">
                  <a:spcAft>
                    <a:spcPts val="1200"/>
                  </a:spcAft>
                  <a:buFont typeface="Wingdings" pitchFamily="2" charset="2"/>
                  <a:buChar char="§"/>
                </a:pPr>
                <a:r>
                  <a:rPr lang="es-ES" dirty="0" err="1"/>
                  <a:t>Empirical</a:t>
                </a:r>
                <a:r>
                  <a:rPr lang="es-ES" dirty="0"/>
                  <a:t> </a:t>
                </a:r>
                <a:r>
                  <a:rPr lang="es-ES" dirty="0" err="1"/>
                  <a:t>value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/>
                            <a:ea typeface="Cambria Math"/>
                          </a:rPr>
                          <m:t>𝜽</m:t>
                        </m:r>
                      </m:e>
                    </m:acc>
                  </m:oMath>
                </a14:m>
                <a:r>
                  <a:rPr lang="es-ES" b="1" i="1" dirty="0"/>
                  <a:t>(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b="1" i="1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, x</a:t>
                </a:r>
                <a:r>
                  <a:rPr lang="en-US" b="1" i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, …,</a:t>
                </a:r>
                <a:r>
                  <a:rPr lang="en-US" b="1" i="1" dirty="0" err="1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b="1" i="1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s-ES" i="1" dirty="0"/>
                  <a:t>)</a:t>
                </a:r>
                <a:r>
                  <a:rPr lang="es-ES" dirty="0"/>
                  <a:t>  </a:t>
                </a:r>
                <a:r>
                  <a:rPr lang="es-ES" dirty="0" err="1"/>
                  <a:t>is</a:t>
                </a:r>
                <a:r>
                  <a:rPr lang="es-ES" dirty="0"/>
                  <a:t> </a:t>
                </a:r>
                <a:r>
                  <a:rPr lang="es-ES" dirty="0" err="1"/>
                  <a:t>called</a:t>
                </a:r>
                <a:r>
                  <a:rPr lang="es-ES" dirty="0"/>
                  <a:t>  </a:t>
                </a:r>
                <a:r>
                  <a:rPr lang="es-ES" b="1" dirty="0" err="1"/>
                  <a:t>estimate</a:t>
                </a:r>
                <a:r>
                  <a:rPr lang="es-ES" dirty="0"/>
                  <a:t> and </a:t>
                </a:r>
                <a:r>
                  <a:rPr lang="es-ES" dirty="0" err="1"/>
                  <a:t>provides</a:t>
                </a:r>
                <a:r>
                  <a:rPr lang="es-ES" dirty="0"/>
                  <a:t> a </a:t>
                </a:r>
                <a:r>
                  <a:rPr lang="es-ES" dirty="0" err="1"/>
                  <a:t>point</a:t>
                </a:r>
                <a:r>
                  <a:rPr lang="es-ES" dirty="0"/>
                  <a:t> </a:t>
                </a:r>
                <a:r>
                  <a:rPr lang="es-ES" dirty="0" err="1"/>
                  <a:t>estimation</a:t>
                </a:r>
                <a:r>
                  <a:rPr lang="es-ES" dirty="0"/>
                  <a:t> </a:t>
                </a:r>
                <a:r>
                  <a:rPr lang="es-ES" dirty="0" err="1"/>
                  <a:t>for</a:t>
                </a:r>
                <a:r>
                  <a:rPr lang="es-ES" dirty="0"/>
                  <a:t> </a:t>
                </a:r>
                <a:r>
                  <a:rPr lang="es-ES" dirty="0" err="1"/>
                  <a:t>parameters</a:t>
                </a:r>
                <a:r>
                  <a:rPr lang="es-ES" dirty="0"/>
                  <a:t> </a:t>
                </a:r>
                <a:r>
                  <a:rPr lang="es-ES" dirty="0" err="1"/>
                  <a:t>of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population</a:t>
                </a:r>
                <a:r>
                  <a:rPr lang="es-ES" dirty="0"/>
                  <a:t>.</a:t>
                </a:r>
              </a:p>
              <a:p>
                <a:pPr marL="800100" lvl="1" indent="-342900">
                  <a:buFont typeface="Wingdings" pitchFamily="2" charset="2"/>
                  <a:buChar char="§"/>
                </a:pPr>
                <a:endParaRPr lang="en-US" i="1" baseline="-250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4D785FB9-7369-4598-8354-9B8577F572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411" y="886604"/>
                <a:ext cx="8077200" cy="3408754"/>
              </a:xfrm>
              <a:prstGeom prst="rect">
                <a:avLst/>
              </a:prstGeom>
              <a:blipFill>
                <a:blip r:embed="rId4"/>
                <a:stretch>
                  <a:fillRect t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5">
            <a:extLst>
              <a:ext uri="{FF2B5EF4-FFF2-40B4-BE49-F238E27FC236}">
                <a16:creationId xmlns:a16="http://schemas.microsoft.com/office/drawing/2014/main" id="{B26836B7-6C53-4046-93E7-43F0C4DC44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371" r="21445" b="56354"/>
          <a:stretch>
            <a:fillRect/>
          </a:stretch>
        </p:blipFill>
        <p:spPr>
          <a:xfrm>
            <a:off x="3765665" y="4067556"/>
            <a:ext cx="1313181" cy="10698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26">
            <a:extLst>
              <a:ext uri="{FF2B5EF4-FFF2-40B4-BE49-F238E27FC236}">
                <a16:creationId xmlns:a16="http://schemas.microsoft.com/office/drawing/2014/main" id="{2F63DC6B-669A-4304-A988-97D8015DD9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581" t="64822" r="7212" b="3693"/>
          <a:stretch>
            <a:fillRect/>
          </a:stretch>
        </p:blipFill>
        <p:spPr>
          <a:xfrm>
            <a:off x="5895659" y="4216608"/>
            <a:ext cx="1828799" cy="7717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79E8C84-9C3B-482A-AC1C-21946E00B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7312" y="5495485"/>
            <a:ext cx="2491534" cy="8378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C30DBFB-AA9A-414E-8DFA-23D2E3BE55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3695" y="5482916"/>
            <a:ext cx="1852114" cy="7717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96A40D66-3600-4897-949A-CCE7A30A451F}"/>
                  </a:ext>
                </a:extLst>
              </p14:cNvPr>
              <p14:cNvContentPartPr/>
              <p14:nvPr/>
            </p14:nvContentPartPr>
            <p14:xfrm>
              <a:off x="5132697" y="4494192"/>
              <a:ext cx="750960" cy="3369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96A40D66-3600-4897-949A-CCE7A30A4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23697" y="4485192"/>
                <a:ext cx="76860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05FA1421-7818-457B-9E70-D980C19007E7}"/>
                  </a:ext>
                </a:extLst>
              </p14:cNvPr>
              <p14:cNvContentPartPr/>
              <p14:nvPr/>
            </p14:nvContentPartPr>
            <p14:xfrm>
              <a:off x="5149977" y="5788392"/>
              <a:ext cx="760680" cy="2073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05FA1421-7818-457B-9E70-D980C19007E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40977" y="5779392"/>
                <a:ext cx="778320" cy="22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9786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8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Estimators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34275F3-DFC5-4633-8699-4C7C57C6D726}"/>
              </a:ext>
            </a:extLst>
          </p:cNvPr>
          <p:cNvSpPr txBox="1"/>
          <p:nvPr/>
        </p:nvSpPr>
        <p:spPr>
          <a:xfrm>
            <a:off x="241540" y="1052423"/>
            <a:ext cx="108865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Método</a:t>
            </a:r>
            <a:r>
              <a:rPr lang="en-US" b="1" dirty="0"/>
              <a:t> de los </a:t>
            </a:r>
            <a:r>
              <a:rPr lang="en-US" b="1" dirty="0" err="1"/>
              <a:t>momentos</a:t>
            </a:r>
            <a:r>
              <a:rPr lang="en-US" dirty="0"/>
              <a:t>: </a:t>
            </a:r>
            <a:r>
              <a:rPr lang="en-US" dirty="0" err="1"/>
              <a:t>Consiste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igualar</a:t>
            </a:r>
            <a:r>
              <a:rPr lang="en-US" dirty="0"/>
              <a:t> los </a:t>
            </a:r>
            <a:r>
              <a:rPr lang="en-US" dirty="0" err="1"/>
              <a:t>momentos</a:t>
            </a:r>
            <a:r>
              <a:rPr lang="en-US" dirty="0"/>
              <a:t> de la </a:t>
            </a:r>
            <a:r>
              <a:rPr lang="en-US" dirty="0" err="1"/>
              <a:t>distribución</a:t>
            </a:r>
            <a:r>
              <a:rPr lang="en-US" dirty="0"/>
              <a:t> de la población con los </a:t>
            </a:r>
            <a:r>
              <a:rPr lang="en-US" dirty="0" err="1"/>
              <a:t>momentos</a:t>
            </a:r>
            <a:r>
              <a:rPr lang="en-US" dirty="0"/>
              <a:t> de la población.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60A9467-1D7A-483D-BDB8-00230E990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434" y="1791088"/>
            <a:ext cx="1687901" cy="5977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Picture 25">
            <a:extLst>
              <a:ext uri="{FF2B5EF4-FFF2-40B4-BE49-F238E27FC236}">
                <a16:creationId xmlns:a16="http://schemas.microsoft.com/office/drawing/2014/main" id="{8CA78FBE-B885-4D86-ABCA-505AE384E1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371" r="21445" b="56354"/>
          <a:stretch>
            <a:fillRect/>
          </a:stretch>
        </p:blipFill>
        <p:spPr>
          <a:xfrm>
            <a:off x="1708943" y="2618679"/>
            <a:ext cx="869643" cy="7084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8B5359C-B69D-4850-A560-FC973A15E5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70" y="3790883"/>
            <a:ext cx="3524125" cy="10747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E5E2311-3631-4117-A8B1-E777262A02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571" y="5115630"/>
            <a:ext cx="4186792" cy="10411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FA6887F-D92A-4E1F-BF6A-7712DE9E14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0766" y="1766137"/>
            <a:ext cx="4114800" cy="647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B1D4BE0-F3B9-427C-985B-9626A127ED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2399" y="2708620"/>
            <a:ext cx="2491534" cy="8378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FE5E169-4CED-4F27-B1C0-9D3BAB28AE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9449" y="3777986"/>
            <a:ext cx="3917433" cy="28328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7FA550CC-1BD8-4625-8C45-0716C57B0EFD}"/>
                  </a:ext>
                </a:extLst>
              </p14:cNvPr>
              <p14:cNvContentPartPr/>
              <p14:nvPr/>
            </p14:nvContentPartPr>
            <p14:xfrm>
              <a:off x="8186577" y="3243552"/>
              <a:ext cx="431640" cy="1440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7FA550CC-1BD8-4625-8C45-0716C57B0EF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41577" y="3153552"/>
                <a:ext cx="5212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43A4AFB6-8EBA-44BF-BD3C-4170B34DA046}"/>
                  </a:ext>
                </a:extLst>
              </p14:cNvPr>
              <p14:cNvContentPartPr/>
              <p14:nvPr/>
            </p14:nvContentPartPr>
            <p14:xfrm>
              <a:off x="1233537" y="4002792"/>
              <a:ext cx="241920" cy="36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43A4AFB6-8EBA-44BF-BD3C-4170B34DA04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88537" y="3912792"/>
                <a:ext cx="33156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DFCECDB7-D202-4EEC-840D-86B8156B2D36}"/>
                  </a:ext>
                </a:extLst>
              </p14:cNvPr>
              <p14:cNvContentPartPr/>
              <p14:nvPr/>
            </p14:nvContentPartPr>
            <p14:xfrm>
              <a:off x="3907617" y="4552512"/>
              <a:ext cx="86760" cy="1116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DFCECDB7-D202-4EEC-840D-86B8156B2D3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62617" y="4462512"/>
                <a:ext cx="1764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298AE1AD-92A6-4507-87F1-D92C4A251B38}"/>
                  </a:ext>
                </a:extLst>
              </p14:cNvPr>
              <p14:cNvContentPartPr/>
              <p14:nvPr/>
            </p14:nvContentPartPr>
            <p14:xfrm>
              <a:off x="6883737" y="3941592"/>
              <a:ext cx="216000" cy="972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298AE1AD-92A6-4507-87F1-D92C4A251B3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838737" y="3851592"/>
                <a:ext cx="30564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7C505D21-A157-4643-9E14-F42F37EE2CB5}"/>
                  </a:ext>
                </a:extLst>
              </p14:cNvPr>
              <p14:cNvContentPartPr/>
              <p14:nvPr/>
            </p14:nvContentPartPr>
            <p14:xfrm>
              <a:off x="8574657" y="6297432"/>
              <a:ext cx="250560" cy="36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7C505D21-A157-4643-9E14-F42F37EE2CB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529657" y="6207432"/>
                <a:ext cx="3402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A8183C87-C299-4F80-985D-4B920C6FAC86}"/>
                  </a:ext>
                </a:extLst>
              </p14:cNvPr>
              <p14:cNvContentPartPr/>
              <p14:nvPr/>
            </p14:nvContentPartPr>
            <p14:xfrm>
              <a:off x="8643777" y="6409032"/>
              <a:ext cx="146880" cy="1800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A8183C87-C299-4F80-985D-4B920C6FAC8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98777" y="6319032"/>
                <a:ext cx="2365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20ABCD80-EB4F-4D59-86D2-F2775861616F}"/>
                  </a:ext>
                </a:extLst>
              </p14:cNvPr>
              <p14:cNvContentPartPr/>
              <p14:nvPr/>
            </p14:nvContentPartPr>
            <p14:xfrm>
              <a:off x="8859417" y="6374832"/>
              <a:ext cx="69120" cy="36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20ABCD80-EB4F-4D59-86D2-F2775861616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814417" y="6284832"/>
                <a:ext cx="158760" cy="18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6529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9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Estimators Properties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FF9B014-F2B0-44A0-B776-05DE2FC63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808" y="967611"/>
            <a:ext cx="8977493" cy="52250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18393DA9-0A85-4CDB-AEF4-D7A534E8D694}"/>
                  </a:ext>
                </a:extLst>
              </p14:cNvPr>
              <p14:cNvContentPartPr/>
              <p14:nvPr/>
            </p14:nvContentPartPr>
            <p14:xfrm>
              <a:off x="1552857" y="1120952"/>
              <a:ext cx="2734920" cy="561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18393DA9-0A85-4CDB-AEF4-D7A534E8D6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07857" y="1030952"/>
                <a:ext cx="282456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6EA85083-3B1D-4BBA-BBF6-C082813C34C1}"/>
                  </a:ext>
                </a:extLst>
              </p14:cNvPr>
              <p14:cNvContentPartPr/>
              <p14:nvPr/>
            </p14:nvContentPartPr>
            <p14:xfrm>
              <a:off x="1578777" y="2045432"/>
              <a:ext cx="1690920" cy="507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6EA85083-3B1D-4BBA-BBF6-C082813C34C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33777" y="1955432"/>
                <a:ext cx="178056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514AB170-EB3A-44B6-8966-61258B6C23BD}"/>
                  </a:ext>
                </a:extLst>
              </p14:cNvPr>
              <p14:cNvContentPartPr/>
              <p14:nvPr/>
            </p14:nvContentPartPr>
            <p14:xfrm>
              <a:off x="3001857" y="3748952"/>
              <a:ext cx="5659560" cy="1123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514AB170-EB3A-44B6-8966-61258B6C23B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56857" y="3658952"/>
                <a:ext cx="57492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6A49CFC6-C2F7-4EB2-88B3-6B1919795EA3}"/>
                  </a:ext>
                </a:extLst>
              </p14:cNvPr>
              <p14:cNvContentPartPr/>
              <p14:nvPr/>
            </p14:nvContentPartPr>
            <p14:xfrm>
              <a:off x="1578777" y="4230632"/>
              <a:ext cx="1630440" cy="6480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6A49CFC6-C2F7-4EB2-88B3-6B1919795EA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33777" y="4140632"/>
                <a:ext cx="17200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CA1C0B80-155D-4C7D-95F8-D5429F62957F}"/>
                  </a:ext>
                </a:extLst>
              </p14:cNvPr>
              <p14:cNvContentPartPr/>
              <p14:nvPr/>
            </p14:nvContentPartPr>
            <p14:xfrm>
              <a:off x="5460657" y="4524032"/>
              <a:ext cx="4373640" cy="6228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CA1C0B80-155D-4C7D-95F8-D5429F62957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15657" y="4434032"/>
                <a:ext cx="446328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1AD0658A-326F-4C82-8A05-DE04D9B92572}"/>
                  </a:ext>
                </a:extLst>
              </p14:cNvPr>
              <p14:cNvContentPartPr/>
              <p14:nvPr/>
            </p14:nvContentPartPr>
            <p14:xfrm>
              <a:off x="1535577" y="4757312"/>
              <a:ext cx="3200760" cy="9720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1AD0658A-326F-4C82-8A05-DE04D9B9257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90577" y="4667312"/>
                <a:ext cx="329040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A9CFE10A-7AE4-4BF2-BD9E-15CA28579EA9}"/>
                  </a:ext>
                </a:extLst>
              </p14:cNvPr>
              <p14:cNvContentPartPr/>
              <p14:nvPr/>
            </p14:nvContentPartPr>
            <p14:xfrm>
              <a:off x="8462337" y="5033072"/>
              <a:ext cx="1553400" cy="4824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A9CFE10A-7AE4-4BF2-BD9E-15CA28579EA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417337" y="4943072"/>
                <a:ext cx="16430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16EC7EBB-5746-4CE1-8F7A-E434C99170E6}"/>
                  </a:ext>
                </a:extLst>
              </p14:cNvPr>
              <p14:cNvContentPartPr/>
              <p14:nvPr/>
            </p14:nvContentPartPr>
            <p14:xfrm>
              <a:off x="1578777" y="5308832"/>
              <a:ext cx="414360" cy="3132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16EC7EBB-5746-4CE1-8F7A-E434C99170E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33777" y="5218832"/>
                <a:ext cx="50400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84DFBE4E-8F6E-4ED7-A19B-85A62203B271}"/>
                  </a:ext>
                </a:extLst>
              </p14:cNvPr>
              <p14:cNvContentPartPr/>
              <p14:nvPr/>
            </p14:nvContentPartPr>
            <p14:xfrm>
              <a:off x="1561497" y="5699432"/>
              <a:ext cx="1380600" cy="3996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84DFBE4E-8F6E-4ED7-A19B-85A62203B27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16497" y="5609432"/>
                <a:ext cx="14702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4F17228A-C829-4D49-B193-AE988D185B0E}"/>
                  </a:ext>
                </a:extLst>
              </p14:cNvPr>
              <p14:cNvContentPartPr/>
              <p14:nvPr/>
            </p14:nvContentPartPr>
            <p14:xfrm>
              <a:off x="9859857" y="5707352"/>
              <a:ext cx="207360" cy="2088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4F17228A-C829-4D49-B193-AE988D185B0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814857" y="5617352"/>
                <a:ext cx="29700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0ED2B7BE-3CD2-40FB-B4B1-02C0D91B2D60}"/>
                  </a:ext>
                </a:extLst>
              </p14:cNvPr>
              <p14:cNvContentPartPr/>
              <p14:nvPr/>
            </p14:nvContentPartPr>
            <p14:xfrm>
              <a:off x="1570137" y="5967632"/>
              <a:ext cx="6055920" cy="7272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0ED2B7BE-3CD2-40FB-B4B1-02C0D91B2D6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525137" y="5877632"/>
                <a:ext cx="6145560" cy="25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625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10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Estimators Properties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20" name="Picture 6" descr="Image result for Rstudio logo">
            <a:extLst>
              <a:ext uri="{FF2B5EF4-FFF2-40B4-BE49-F238E27FC236}">
                <a16:creationId xmlns:a16="http://schemas.microsoft.com/office/drawing/2014/main" id="{F83F44FF-3BEA-4BFE-86A8-87FB483F2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r="63019"/>
          <a:stretch/>
        </p:blipFill>
        <p:spPr bwMode="auto">
          <a:xfrm>
            <a:off x="392502" y="4856328"/>
            <a:ext cx="1620329" cy="1537907"/>
          </a:xfrm>
          <a:prstGeom prst="rect">
            <a:avLst/>
          </a:prstGeom>
          <a:noFill/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88A66B31-60FA-40C1-ADF5-048B8C16EABB}"/>
              </a:ext>
            </a:extLst>
          </p:cNvPr>
          <p:cNvSpPr/>
          <p:nvPr/>
        </p:nvSpPr>
        <p:spPr>
          <a:xfrm>
            <a:off x="82896" y="966833"/>
            <a:ext cx="65594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200" dirty="0">
                <a:solidFill>
                  <a:srgbClr val="008000"/>
                </a:solidFill>
                <a:latin typeface="Consolas" panose="020B0609020204030204" pitchFamily="49" charset="0"/>
              </a:rPr>
              <a:t># Data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media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varianza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x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seq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(media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sqrt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(varianza),media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sqrt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(varianza),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0.01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y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dnorm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x,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mean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media,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sd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sqrt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(varianza))</a:t>
            </a:r>
          </a:p>
          <a:p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plot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x,y,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type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A31515"/>
                </a:solidFill>
                <a:latin typeface="Consolas" panose="020B0609020204030204" pitchFamily="49" charset="0"/>
              </a:rPr>
              <a:t>"l"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ylim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795E26"/>
                </a:solidFill>
                <a:latin typeface="Consolas" panose="020B0609020204030204" pitchFamily="49" charset="0"/>
              </a:rPr>
              <a:t>c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))</a:t>
            </a:r>
          </a:p>
          <a:p>
            <a:b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s-ES_tradnl" sz="1200" dirty="0">
                <a:solidFill>
                  <a:srgbClr val="008000"/>
                </a:solidFill>
                <a:latin typeface="Consolas" panose="020B0609020204030204" pitchFamily="49" charset="0"/>
              </a:rPr>
              <a:t>#media es centrado y consistente.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A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matrix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rnorm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10000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s-ES_tradnl" sz="1200" dirty="0">
                <a:solidFill>
                  <a:srgbClr val="001080"/>
                </a:solidFill>
                <a:latin typeface="Consolas" panose="020B0609020204030204" pitchFamily="49" charset="0"/>
              </a:rPr>
              <a:t>mean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media,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sd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sqrt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(varianza)),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nrow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10000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medias_n10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rowMeans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(A)</a:t>
            </a:r>
          </a:p>
          <a:p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lines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density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(medias_n10),</a:t>
            </a:r>
            <a:r>
              <a:rPr lang="es-ES_tradnl" sz="1200" dirty="0">
                <a:solidFill>
                  <a:srgbClr val="001080"/>
                </a:solidFill>
                <a:latin typeface="Consolas" panose="020B0609020204030204" pitchFamily="49" charset="0"/>
              </a:rPr>
              <a:t>col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B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matrix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rnorm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10000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s-ES_tradnl" sz="1200" dirty="0">
                <a:solidFill>
                  <a:srgbClr val="001080"/>
                </a:solidFill>
                <a:latin typeface="Consolas" panose="020B0609020204030204" pitchFamily="49" charset="0"/>
              </a:rPr>
              <a:t>mean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media,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sd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sqrt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(varianza)),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nrow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10000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medias_n20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rowMeans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(B)</a:t>
            </a:r>
          </a:p>
          <a:p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lines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density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(medias_n20),</a:t>
            </a:r>
            <a:r>
              <a:rPr lang="es-ES_tradnl" sz="1200" dirty="0">
                <a:solidFill>
                  <a:srgbClr val="001080"/>
                </a:solidFill>
                <a:latin typeface="Consolas" panose="020B0609020204030204" pitchFamily="49" charset="0"/>
              </a:rPr>
              <a:t>col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abline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media) </a:t>
            </a:r>
            <a:r>
              <a:rPr lang="es-ES_tradnl" sz="1200" dirty="0">
                <a:solidFill>
                  <a:srgbClr val="008000"/>
                </a:solidFill>
                <a:latin typeface="Consolas" panose="020B0609020204030204" pitchFamily="49" charset="0"/>
              </a:rPr>
              <a:t>#se ve que </a:t>
            </a:r>
            <a:r>
              <a:rPr lang="es-ES_tradnl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estan</a:t>
            </a:r>
            <a:r>
              <a:rPr lang="es-ES_tradnl" sz="1200" dirty="0">
                <a:solidFill>
                  <a:srgbClr val="008000"/>
                </a:solidFill>
                <a:latin typeface="Consolas" panose="020B0609020204030204" pitchFamily="49" charset="0"/>
              </a:rPr>
              <a:t> centrados</a:t>
            </a:r>
            <a:endParaRPr lang="es-ES_tradnl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DCF55ECA-3C3C-4350-8692-9FA43525F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183" y="759124"/>
            <a:ext cx="5279149" cy="4275736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7F5A5C5E-C483-4960-AC7F-81C328F446E1}"/>
              </a:ext>
            </a:extLst>
          </p:cNvPr>
          <p:cNvSpPr txBox="1"/>
          <p:nvPr/>
        </p:nvSpPr>
        <p:spPr>
          <a:xfrm>
            <a:off x="3536830" y="5512279"/>
            <a:ext cx="4927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 </a:t>
            </a:r>
            <a:r>
              <a:rPr lang="en-US" dirty="0" err="1"/>
              <a:t>estimador</a:t>
            </a:r>
            <a:r>
              <a:rPr lang="en-US" dirty="0"/>
              <a:t> de la media es </a:t>
            </a:r>
            <a:r>
              <a:rPr lang="en-US" dirty="0" err="1"/>
              <a:t>centrado</a:t>
            </a:r>
            <a:r>
              <a:rPr lang="en-US" dirty="0"/>
              <a:t> y </a:t>
            </a:r>
            <a:r>
              <a:rPr lang="en-US" dirty="0" err="1"/>
              <a:t>consistente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516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11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Estimators Properties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20" name="Picture 6" descr="Image result for Rstudio logo">
            <a:extLst>
              <a:ext uri="{FF2B5EF4-FFF2-40B4-BE49-F238E27FC236}">
                <a16:creationId xmlns:a16="http://schemas.microsoft.com/office/drawing/2014/main" id="{F83F44FF-3BEA-4BFE-86A8-87FB483F2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r="63019"/>
          <a:stretch/>
        </p:blipFill>
        <p:spPr bwMode="auto">
          <a:xfrm>
            <a:off x="392502" y="4856328"/>
            <a:ext cx="1620329" cy="1537907"/>
          </a:xfrm>
          <a:prstGeom prst="rect">
            <a:avLst/>
          </a:prstGeom>
          <a:noFill/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8F5D435-1C3F-411F-8640-DDC5952E79AB}"/>
              </a:ext>
            </a:extLst>
          </p:cNvPr>
          <p:cNvSpPr txBox="1"/>
          <p:nvPr/>
        </p:nvSpPr>
        <p:spPr>
          <a:xfrm>
            <a:off x="3536830" y="5512279"/>
            <a:ext cx="5455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 </a:t>
            </a:r>
            <a:r>
              <a:rPr lang="en-US" dirty="0" err="1"/>
              <a:t>estimador</a:t>
            </a:r>
            <a:r>
              <a:rPr lang="en-US" dirty="0"/>
              <a:t> S^2 de la </a:t>
            </a:r>
            <a:r>
              <a:rPr lang="en-US" dirty="0" err="1"/>
              <a:t>varianza</a:t>
            </a:r>
            <a:r>
              <a:rPr lang="en-US" dirty="0"/>
              <a:t> es </a:t>
            </a:r>
            <a:r>
              <a:rPr lang="en-US" dirty="0" err="1"/>
              <a:t>centrado</a:t>
            </a:r>
            <a:r>
              <a:rPr lang="en-US" dirty="0"/>
              <a:t> y </a:t>
            </a:r>
            <a:r>
              <a:rPr lang="en-US" dirty="0" err="1"/>
              <a:t>consistente</a:t>
            </a:r>
            <a:endParaRPr lang="en-U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00357DA-5B35-4171-B008-9E93308F8140}"/>
              </a:ext>
            </a:extLst>
          </p:cNvPr>
          <p:cNvSpPr/>
          <p:nvPr/>
        </p:nvSpPr>
        <p:spPr>
          <a:xfrm>
            <a:off x="98115" y="980087"/>
            <a:ext cx="651006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200" dirty="0">
                <a:solidFill>
                  <a:srgbClr val="008000"/>
                </a:solidFill>
                <a:latin typeface="Consolas" panose="020B0609020204030204" pitchFamily="49" charset="0"/>
              </a:rPr>
              <a:t>#que pasa con la varianza??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library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matrixStats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vars_n10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rowVars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(A)</a:t>
            </a:r>
          </a:p>
          <a:p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plot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density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(vars_n10),</a:t>
            </a:r>
            <a:r>
              <a:rPr lang="es-ES_tradnl" sz="1200" dirty="0">
                <a:solidFill>
                  <a:srgbClr val="001080"/>
                </a:solidFill>
                <a:latin typeface="Consolas" panose="020B0609020204030204" pitchFamily="49" charset="0"/>
              </a:rPr>
              <a:t>col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ylim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795E26"/>
                </a:solidFill>
                <a:latin typeface="Consolas" panose="020B0609020204030204" pitchFamily="49" charset="0"/>
              </a:rPr>
              <a:t>c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s-ES_tradnl" sz="1200" dirty="0">
                <a:solidFill>
                  <a:srgbClr val="795E26"/>
                </a:solidFill>
                <a:latin typeface="Consolas" panose="020B0609020204030204" pitchFamily="49" charset="0"/>
              </a:rPr>
              <a:t>mean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(vars_n10)</a:t>
            </a:r>
          </a:p>
          <a:p>
            <a:b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vars_n20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rowVars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(B)</a:t>
            </a:r>
          </a:p>
          <a:p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lines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density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(vars_n20),</a:t>
            </a:r>
            <a:r>
              <a:rPr lang="es-ES_tradnl" sz="1200" dirty="0">
                <a:solidFill>
                  <a:srgbClr val="001080"/>
                </a:solidFill>
                <a:latin typeface="Consolas" panose="020B0609020204030204" pitchFamily="49" charset="0"/>
              </a:rPr>
              <a:t>col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>
                <a:solidFill>
                  <a:srgbClr val="795E26"/>
                </a:solidFill>
                <a:latin typeface="Consolas" panose="020B0609020204030204" pitchFamily="49" charset="0"/>
              </a:rPr>
              <a:t>mean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(vars_n20)</a:t>
            </a:r>
          </a:p>
          <a:p>
            <a:b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D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matrix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rnorm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10000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s-ES_tradnl" sz="1200" dirty="0">
                <a:solidFill>
                  <a:srgbClr val="001080"/>
                </a:solidFill>
                <a:latin typeface="Consolas" panose="020B0609020204030204" pitchFamily="49" charset="0"/>
              </a:rPr>
              <a:t>mean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media,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sd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sqrt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(varianza)),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nrow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10000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vars_n100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rowVars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(D)</a:t>
            </a:r>
          </a:p>
          <a:p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lines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density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(vars_n100),</a:t>
            </a:r>
            <a:r>
              <a:rPr lang="es-ES_tradnl" sz="1200" dirty="0">
                <a:solidFill>
                  <a:srgbClr val="001080"/>
                </a:solidFill>
                <a:latin typeface="Consolas" panose="020B0609020204030204" pitchFamily="49" charset="0"/>
              </a:rPr>
              <a:t>col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_tradnl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green</a:t>
            </a:r>
            <a:r>
              <a:rPr lang="es-ES_tradnl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abline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varianza) </a:t>
            </a:r>
            <a:r>
              <a:rPr lang="es-ES_tradnl" sz="1200" dirty="0">
                <a:solidFill>
                  <a:srgbClr val="008000"/>
                </a:solidFill>
                <a:latin typeface="Consolas" panose="020B0609020204030204" pitchFamily="49" charset="0"/>
              </a:rPr>
              <a:t>#se ve que </a:t>
            </a:r>
            <a:r>
              <a:rPr lang="es-ES_tradnl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estan</a:t>
            </a:r>
            <a:r>
              <a:rPr lang="es-ES_tradnl" sz="1200" dirty="0">
                <a:solidFill>
                  <a:srgbClr val="008000"/>
                </a:solidFill>
                <a:latin typeface="Consolas" panose="020B0609020204030204" pitchFamily="49" charset="0"/>
              </a:rPr>
              <a:t> centrados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795E26"/>
                </a:solidFill>
                <a:latin typeface="Consolas" panose="020B0609020204030204" pitchFamily="49" charset="0"/>
              </a:rPr>
              <a:t>mean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(vars_n100)</a:t>
            </a:r>
            <a:endParaRPr lang="es-ES_tradnl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3EE8F7E-6847-4DA3-8256-2A303CBED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928" y="543365"/>
            <a:ext cx="5641502" cy="456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04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12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Estimators Properties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20" name="Picture 6" descr="Image result for Rstudio logo">
            <a:extLst>
              <a:ext uri="{FF2B5EF4-FFF2-40B4-BE49-F238E27FC236}">
                <a16:creationId xmlns:a16="http://schemas.microsoft.com/office/drawing/2014/main" id="{F83F44FF-3BEA-4BFE-86A8-87FB483F2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r="63019"/>
          <a:stretch/>
        </p:blipFill>
        <p:spPr bwMode="auto">
          <a:xfrm>
            <a:off x="392502" y="4856328"/>
            <a:ext cx="1620329" cy="1537907"/>
          </a:xfrm>
          <a:prstGeom prst="rect">
            <a:avLst/>
          </a:prstGeom>
          <a:noFill/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8F5D435-1C3F-411F-8640-DDC5952E79AB}"/>
              </a:ext>
            </a:extLst>
          </p:cNvPr>
          <p:cNvSpPr txBox="1"/>
          <p:nvPr/>
        </p:nvSpPr>
        <p:spPr>
          <a:xfrm>
            <a:off x="3536830" y="5512279"/>
            <a:ext cx="6468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 </a:t>
            </a:r>
            <a:r>
              <a:rPr lang="en-US" dirty="0" err="1"/>
              <a:t>estimador</a:t>
            </a:r>
            <a:r>
              <a:rPr lang="en-US" dirty="0"/>
              <a:t> sigma^2 de la </a:t>
            </a:r>
            <a:r>
              <a:rPr lang="en-US" dirty="0" err="1"/>
              <a:t>varianza</a:t>
            </a:r>
            <a:r>
              <a:rPr lang="en-US" dirty="0"/>
              <a:t> es </a:t>
            </a:r>
            <a:r>
              <a:rPr lang="en-US" dirty="0" err="1"/>
              <a:t>asintóticamente</a:t>
            </a:r>
            <a:r>
              <a:rPr lang="en-US" dirty="0"/>
              <a:t> </a:t>
            </a:r>
            <a:r>
              <a:rPr lang="en-US" dirty="0" err="1"/>
              <a:t>consistente</a:t>
            </a:r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5C769D3-6D18-40CC-8B12-EE8442C786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698570"/>
            <a:ext cx="5258247" cy="4258807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D59EC19-E47E-4616-9735-38DF76245E92}"/>
              </a:ext>
            </a:extLst>
          </p:cNvPr>
          <p:cNvSpPr txBox="1"/>
          <p:nvPr/>
        </p:nvSpPr>
        <p:spPr>
          <a:xfrm>
            <a:off x="307570" y="1019679"/>
            <a:ext cx="49026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Crear una función que calcule la varianza con sesgo.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Crear una matriz E que simule tener experimentos con 1000 observaciones (1000 columnas)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Utilizar la función </a:t>
            </a:r>
            <a:r>
              <a:rPr lang="es-ES_tradnl" dirty="0" err="1"/>
              <a:t>apply</a:t>
            </a:r>
            <a:r>
              <a:rPr lang="es-ES_tradnl" dirty="0"/>
              <a:t> para aplicar la función a todas las filas de las matrices A, B, D y 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Dibujar las funciones de densidad (se observa que al aumentar el tamaño muestral tenemos menos varianza).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Calcular la media para cada caso y observar que cada vez se parece más al estimador.</a:t>
            </a:r>
          </a:p>
        </p:txBody>
      </p:sp>
    </p:spTree>
    <p:extLst>
      <p:ext uri="{BB962C8B-B14F-4D97-AF65-F5344CB8AC3E}">
        <p14:creationId xmlns:p14="http://schemas.microsoft.com/office/powerpoint/2010/main" val="3858258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13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Estimators Properties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20" name="Picture 6" descr="Image result for Rstudio logo">
            <a:extLst>
              <a:ext uri="{FF2B5EF4-FFF2-40B4-BE49-F238E27FC236}">
                <a16:creationId xmlns:a16="http://schemas.microsoft.com/office/drawing/2014/main" id="{F83F44FF-3BEA-4BFE-86A8-87FB483F2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r="63019"/>
          <a:stretch/>
        </p:blipFill>
        <p:spPr bwMode="auto">
          <a:xfrm>
            <a:off x="392502" y="4856328"/>
            <a:ext cx="1620329" cy="1537907"/>
          </a:xfrm>
          <a:prstGeom prst="rect">
            <a:avLst/>
          </a:prstGeom>
          <a:noFill/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8F5D435-1C3F-411F-8640-DDC5952E79AB}"/>
              </a:ext>
            </a:extLst>
          </p:cNvPr>
          <p:cNvSpPr txBox="1"/>
          <p:nvPr/>
        </p:nvSpPr>
        <p:spPr>
          <a:xfrm>
            <a:off x="3441939" y="5422573"/>
            <a:ext cx="4757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 </a:t>
            </a:r>
            <a:r>
              <a:rPr lang="en-US" dirty="0" err="1"/>
              <a:t>estimadores</a:t>
            </a:r>
            <a:r>
              <a:rPr lang="en-US" dirty="0"/>
              <a:t> de </a:t>
            </a:r>
            <a:r>
              <a:rPr lang="en-US" dirty="0" err="1"/>
              <a:t>momentos</a:t>
            </a:r>
            <a:r>
              <a:rPr lang="en-US" dirty="0"/>
              <a:t> no son </a:t>
            </a:r>
            <a:r>
              <a:rPr lang="en-US" dirty="0" err="1"/>
              <a:t>robustos</a:t>
            </a:r>
            <a:r>
              <a:rPr lang="en-US" dirty="0"/>
              <a:t>!!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27FA7BC-7198-4D8B-BE19-92FC3A1A4FE1}"/>
              </a:ext>
            </a:extLst>
          </p:cNvPr>
          <p:cNvSpPr/>
          <p:nvPr/>
        </p:nvSpPr>
        <p:spPr>
          <a:xfrm>
            <a:off x="658482" y="1401373"/>
            <a:ext cx="73012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>
                <a:solidFill>
                  <a:srgbClr val="008000"/>
                </a:solidFill>
                <a:latin typeface="Consolas" panose="020B0609020204030204" pitchFamily="49" charset="0"/>
              </a:rPr>
              <a:t>#son </a:t>
            </a:r>
            <a:r>
              <a:rPr lang="es-ES_tradnl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robsutos</a:t>
            </a:r>
            <a:endParaRPr lang="es-ES_tradnl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rnorm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4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s-ES_tradnl" sz="1400" dirty="0">
                <a:solidFill>
                  <a:srgbClr val="001080"/>
                </a:solidFill>
                <a:latin typeface="Consolas" panose="020B0609020204030204" pitchFamily="49" charset="0"/>
              </a:rPr>
              <a:t>mean</a:t>
            </a:r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media,</a:t>
            </a:r>
            <a:r>
              <a:rPr lang="es-ES_tradnl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sd</a:t>
            </a:r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sqrt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(varianza))</a:t>
            </a:r>
          </a:p>
          <a:p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>
                <a:solidFill>
                  <a:srgbClr val="795E26"/>
                </a:solidFill>
                <a:latin typeface="Consolas" panose="020B0609020204030204" pitchFamily="49" charset="0"/>
              </a:rPr>
              <a:t>mean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s-ES_tradnl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es-ES_tradnl" sz="1400" dirty="0">
                <a:solidFill>
                  <a:srgbClr val="098658"/>
                </a:solidFill>
                <a:latin typeface="Consolas" panose="020B0609020204030204" pitchFamily="49" charset="0"/>
              </a:rPr>
              <a:t>3.08067</a:t>
            </a:r>
            <a:endParaRPr lang="es-ES_tradnl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var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s-ES_tradnl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es-ES_tradnl" sz="1400" dirty="0">
                <a:solidFill>
                  <a:srgbClr val="098658"/>
                </a:solidFill>
                <a:latin typeface="Consolas" panose="020B0609020204030204" pitchFamily="49" charset="0"/>
              </a:rPr>
              <a:t>2.222337</a:t>
            </a:r>
            <a:endParaRPr lang="es-ES_tradnl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>
                <a:solidFill>
                  <a:srgbClr val="008000"/>
                </a:solidFill>
                <a:latin typeface="Consolas" panose="020B0609020204030204" pitchFamily="49" charset="0"/>
              </a:rPr>
              <a:t>#que pasa si metemos un valor atípico (</a:t>
            </a:r>
            <a:r>
              <a:rPr lang="es-ES_tradnl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outlier</a:t>
            </a:r>
            <a:r>
              <a:rPr lang="es-ES_tradnl" sz="140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es-ES_tradnl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s-ES_tradnl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>
                <a:solidFill>
                  <a:srgbClr val="098658"/>
                </a:solidFill>
                <a:latin typeface="Consolas" panose="020B0609020204030204" pitchFamily="49" charset="0"/>
              </a:rPr>
              <a:t>1000</a:t>
            </a:r>
            <a:endParaRPr lang="es-ES_tradnl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>
                <a:solidFill>
                  <a:srgbClr val="795E26"/>
                </a:solidFill>
                <a:latin typeface="Consolas" panose="020B0609020204030204" pitchFamily="49" charset="0"/>
              </a:rPr>
              <a:t>mean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s-ES_tradnl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es-ES_tradnl" sz="1400" dirty="0">
                <a:solidFill>
                  <a:srgbClr val="098658"/>
                </a:solidFill>
                <a:latin typeface="Consolas" panose="020B0609020204030204" pitchFamily="49" charset="0"/>
              </a:rPr>
              <a:t>13.05213</a:t>
            </a:r>
            <a:endParaRPr lang="es-ES_tradnl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var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s-ES_tradnl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es-ES_tradnl" sz="1400" dirty="0">
                <a:solidFill>
                  <a:srgbClr val="098658"/>
                </a:solidFill>
                <a:latin typeface="Consolas" panose="020B0609020204030204" pitchFamily="49" charset="0"/>
              </a:rPr>
              <a:t>9940.658</a:t>
            </a:r>
            <a:endParaRPr lang="es-ES_tradnl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5362" name="Picture 2" descr="Outliers">
            <a:extLst>
              <a:ext uri="{FF2B5EF4-FFF2-40B4-BE49-F238E27FC236}">
                <a16:creationId xmlns:a16="http://schemas.microsoft.com/office/drawing/2014/main" id="{8C3EA990-5D5A-47B6-8B9A-BE15BA94E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004" y="1268665"/>
            <a:ext cx="4556095" cy="303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342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14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Maximum Likelihood Estimators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EFBE4ABD-5C65-40C7-9B68-2E470A09B4CF}"/>
                  </a:ext>
                </a:extLst>
              </p:cNvPr>
              <p:cNvSpPr/>
              <p:nvPr/>
            </p:nvSpPr>
            <p:spPr>
              <a:xfrm>
                <a:off x="-360871" y="1194813"/>
                <a:ext cx="749491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2">
                  <a:spcAft>
                    <a:spcPts val="1200"/>
                  </a:spcAft>
                </a:pPr>
                <a:r>
                  <a:rPr lang="es-E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/>
                      </a:rPr>
                      <m:t>𝐿</m:t>
                    </m:r>
                    <m:r>
                      <a:rPr lang="es-ES" b="0" i="1" smtClean="0">
                        <a:latin typeface="Cambria Math"/>
                      </a:rPr>
                      <m:t>=</m:t>
                    </m:r>
                    <m:r>
                      <a:rPr lang="es-ES" b="1" i="1" smtClean="0">
                        <a:latin typeface="Cambria Math"/>
                      </a:rPr>
                      <m:t>𝒇</m:t>
                    </m:r>
                    <m:r>
                      <a:rPr lang="es-ES" b="1" i="1" smtClean="0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b="1" i="1" baseline="-25000" dirty="0">
                        <a:latin typeface="Times New Roman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b="1" i="1" baseline="-25000" dirty="0">
                        <a:latin typeface="Times New Roman" pitchFamily="18" charset="0"/>
                        <a:cs typeface="Times New Roman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, …,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xn</m:t>
                    </m:r>
                  </m:oMath>
                </a14:m>
                <a:r>
                  <a:rPr lang="es-ES" b="1" dirty="0"/>
                  <a:t>|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</m:oMath>
                </a14:m>
                <a:r>
                  <a:rPr lang="es-ES" b="1" dirty="0"/>
                  <a:t>)=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/>
                      </a:rPr>
                      <m:t>𝒇</m:t>
                    </m:r>
                    <m:r>
                      <a:rPr lang="es-ES" b="1" i="1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b="1" i="1" baseline="-25000" dirty="0">
                        <a:latin typeface="Times New Roman" pitchFamily="18" charset="0"/>
                        <a:cs typeface="Times New Roman" pitchFamily="18" charset="0"/>
                      </a:rPr>
                      <m:t>1</m:t>
                    </m:r>
                  </m:oMath>
                </a14:m>
                <a:r>
                  <a:rPr lang="es-ES" b="1" dirty="0"/>
                  <a:t>|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</m:oMath>
                </a14:m>
                <a:r>
                  <a:rPr lang="es-ES" b="1" dirty="0"/>
                  <a:t>)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s-ES" b="1" i="1">
                        <a:latin typeface="Cambria Math"/>
                      </a:rPr>
                      <m:t>𝒇</m:t>
                    </m:r>
                    <m:r>
                      <a:rPr lang="es-ES" b="1" i="1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s-ES" b="1" i="1" baseline="-25000" dirty="0" smtClean="0">
                        <a:latin typeface="Times New Roman" pitchFamily="18" charset="0"/>
                        <a:cs typeface="Times New Roman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s-ES" b="1" dirty="0"/>
                      <m:t>|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  <m:r>
                      <m:rPr>
                        <m:nor/>
                      </m:rPr>
                      <a:rPr lang="es-ES" b="1" dirty="0"/>
                      <m:t>)</m:t>
                    </m:r>
                  </m:oMath>
                </a14:m>
                <a:r>
                  <a:rPr lang="es-ES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/>
                        <a:ea typeface="Cambria Math"/>
                      </a:rPr>
                      <m:t>∙</m:t>
                    </m:r>
                  </m:oMath>
                </a14:m>
                <a:r>
                  <a:rPr lang="es-ES" b="1" dirty="0"/>
                  <a:t>…</a:t>
                </a:r>
                <a:r>
                  <a:rPr lang="es-ES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/>
                        <a:ea typeface="Cambria Math"/>
                      </a:rPr>
                      <m:t>∙</m:t>
                    </m:r>
                    <m:r>
                      <a:rPr lang="es-ES" b="1" i="1">
                        <a:latin typeface="Cambria Math"/>
                      </a:rPr>
                      <m:t>𝒇</m:t>
                    </m:r>
                    <m:r>
                      <a:rPr lang="es-ES" b="1" i="1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s-ES" b="1" i="1" baseline="-25000" dirty="0" smtClean="0">
                        <a:latin typeface="Times New Roman" pitchFamily="18" charset="0"/>
                        <a:cs typeface="Times New Roman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1" dirty="0"/>
                      <m:t>|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  <m:r>
                      <m:rPr>
                        <m:nor/>
                      </m:rPr>
                      <a:rPr lang="es-ES" b="1" dirty="0"/>
                      <m:t>)</m:t>
                    </m:r>
                  </m:oMath>
                </a14:m>
                <a:r>
                  <a:rPr lang="es-ES" b="1" dirty="0">
                    <a:ea typeface="Cambria Math"/>
                  </a:rPr>
                  <a:t> </a:t>
                </a:r>
                <a:endParaRPr lang="es-ES" i="1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Buscamos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el valor del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parámetro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que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maximice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la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función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de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verosimilitud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(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función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de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densidad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EFBE4ABD-5C65-40C7-9B68-2E470A09B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0871" y="1194813"/>
                <a:ext cx="7494916" cy="707886"/>
              </a:xfrm>
              <a:prstGeom prst="rect">
                <a:avLst/>
              </a:prstGeom>
              <a:blipFill>
                <a:blip r:embed="rId4"/>
                <a:stretch>
                  <a:fillRect t="-5172"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n 1">
            <a:extLst>
              <a:ext uri="{FF2B5EF4-FFF2-40B4-BE49-F238E27FC236}">
                <a16:creationId xmlns:a16="http://schemas.microsoft.com/office/drawing/2014/main" id="{A80D9766-9180-480D-AD57-E557326E2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570" y="2194942"/>
            <a:ext cx="4380422" cy="119580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C6859B3-3E6E-4C1D-96D1-BA5892F97A8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782" t="12522"/>
          <a:stretch/>
        </p:blipFill>
        <p:spPr>
          <a:xfrm>
            <a:off x="7065033" y="361583"/>
            <a:ext cx="4970819" cy="368121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EFCC078-0D63-4709-BD72-1AD4AFEE3E66}"/>
              </a:ext>
            </a:extLst>
          </p:cNvPr>
          <p:cNvSpPr txBox="1"/>
          <p:nvPr/>
        </p:nvSpPr>
        <p:spPr>
          <a:xfrm>
            <a:off x="7583759" y="2377910"/>
            <a:ext cx="397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¿</a:t>
            </a:r>
            <a:r>
              <a:rPr lang="en-US" dirty="0" err="1"/>
              <a:t>Cuál</a:t>
            </a:r>
            <a:r>
              <a:rPr lang="en-US" dirty="0"/>
              <a:t> es </a:t>
            </a:r>
            <a:r>
              <a:rPr lang="en-US" dirty="0" err="1"/>
              <a:t>mejor</a:t>
            </a:r>
            <a:r>
              <a:rPr lang="en-US" dirty="0"/>
              <a:t>?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15FE92B-FE10-4E98-B539-2097E36BCDF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057" t="12819"/>
          <a:stretch/>
        </p:blipFill>
        <p:spPr>
          <a:xfrm>
            <a:off x="4946785" y="4042797"/>
            <a:ext cx="3711536" cy="274724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B4744CA-5A29-40C7-BED3-5E70DF1D401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218" t="10661"/>
          <a:stretch/>
        </p:blipFill>
        <p:spPr>
          <a:xfrm>
            <a:off x="8497018" y="4041931"/>
            <a:ext cx="3616907" cy="274810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E28C2F8-C11F-4063-AE37-F0520A6258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231" y="3259127"/>
            <a:ext cx="2247900" cy="8477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D5024DE-8780-4AA0-B591-BB8CEB9BD0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239" y="3932927"/>
            <a:ext cx="3248025" cy="8382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3CC355C-5A97-4FF6-9F65-9C3F070965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3862" y="4649032"/>
            <a:ext cx="378142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16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15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Maximum Likelihood Estimators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EFBE4ABD-5C65-40C7-9B68-2E470A09B4CF}"/>
                  </a:ext>
                </a:extLst>
              </p:cNvPr>
              <p:cNvSpPr/>
              <p:nvPr/>
            </p:nvSpPr>
            <p:spPr>
              <a:xfrm>
                <a:off x="-360871" y="1194813"/>
                <a:ext cx="749491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2">
                  <a:spcAft>
                    <a:spcPts val="1200"/>
                  </a:spcAft>
                </a:pPr>
                <a:r>
                  <a:rPr lang="es-E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/>
                      </a:rPr>
                      <m:t>𝐿</m:t>
                    </m:r>
                    <m:r>
                      <a:rPr lang="es-ES" b="0" i="1" smtClean="0">
                        <a:latin typeface="Cambria Math"/>
                      </a:rPr>
                      <m:t>=</m:t>
                    </m:r>
                    <m:r>
                      <a:rPr lang="es-ES" b="1" i="1" smtClean="0">
                        <a:latin typeface="Cambria Math"/>
                      </a:rPr>
                      <m:t>𝒇</m:t>
                    </m:r>
                    <m:r>
                      <a:rPr lang="es-ES" b="1" i="1" smtClean="0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b="1" i="1" baseline="-25000" dirty="0">
                        <a:latin typeface="Times New Roman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b="1" i="1" baseline="-25000" dirty="0">
                        <a:latin typeface="Times New Roman" pitchFamily="18" charset="0"/>
                        <a:cs typeface="Times New Roman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, …,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xn</m:t>
                    </m:r>
                  </m:oMath>
                </a14:m>
                <a:r>
                  <a:rPr lang="es-ES" b="1" dirty="0"/>
                  <a:t>|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</m:oMath>
                </a14:m>
                <a:r>
                  <a:rPr lang="es-ES" b="1" dirty="0"/>
                  <a:t>)=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/>
                      </a:rPr>
                      <m:t>𝒇</m:t>
                    </m:r>
                    <m:r>
                      <a:rPr lang="es-ES" b="1" i="1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b="1" i="1" baseline="-25000" dirty="0">
                        <a:latin typeface="Times New Roman" pitchFamily="18" charset="0"/>
                        <a:cs typeface="Times New Roman" pitchFamily="18" charset="0"/>
                      </a:rPr>
                      <m:t>1</m:t>
                    </m:r>
                  </m:oMath>
                </a14:m>
                <a:r>
                  <a:rPr lang="es-ES" b="1" dirty="0"/>
                  <a:t>|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</m:oMath>
                </a14:m>
                <a:r>
                  <a:rPr lang="es-ES" b="1" dirty="0"/>
                  <a:t>)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s-ES" b="1" i="1">
                        <a:latin typeface="Cambria Math"/>
                      </a:rPr>
                      <m:t>𝒇</m:t>
                    </m:r>
                    <m:r>
                      <a:rPr lang="es-ES" b="1" i="1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s-ES" b="1" i="1" baseline="-25000" dirty="0" smtClean="0">
                        <a:latin typeface="Times New Roman" pitchFamily="18" charset="0"/>
                        <a:cs typeface="Times New Roman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s-ES" b="1" dirty="0"/>
                      <m:t>|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  <m:r>
                      <m:rPr>
                        <m:nor/>
                      </m:rPr>
                      <a:rPr lang="es-ES" b="1" dirty="0"/>
                      <m:t>)</m:t>
                    </m:r>
                  </m:oMath>
                </a14:m>
                <a:r>
                  <a:rPr lang="es-ES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/>
                        <a:ea typeface="Cambria Math"/>
                      </a:rPr>
                      <m:t>∙</m:t>
                    </m:r>
                  </m:oMath>
                </a14:m>
                <a:r>
                  <a:rPr lang="es-ES" b="1" dirty="0"/>
                  <a:t>…</a:t>
                </a:r>
                <a:r>
                  <a:rPr lang="es-ES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/>
                        <a:ea typeface="Cambria Math"/>
                      </a:rPr>
                      <m:t>∙</m:t>
                    </m:r>
                    <m:r>
                      <a:rPr lang="es-ES" b="1" i="1">
                        <a:latin typeface="Cambria Math"/>
                      </a:rPr>
                      <m:t>𝒇</m:t>
                    </m:r>
                    <m:r>
                      <a:rPr lang="es-ES" b="1" i="1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s-ES" b="1" i="1" baseline="-25000" dirty="0" smtClean="0">
                        <a:latin typeface="Times New Roman" pitchFamily="18" charset="0"/>
                        <a:cs typeface="Times New Roman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1" dirty="0"/>
                      <m:t>|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  <m:r>
                      <m:rPr>
                        <m:nor/>
                      </m:rPr>
                      <a:rPr lang="es-ES" b="1" dirty="0"/>
                      <m:t>)</m:t>
                    </m:r>
                  </m:oMath>
                </a14:m>
                <a:r>
                  <a:rPr lang="es-ES" b="1" dirty="0">
                    <a:ea typeface="Cambria Math"/>
                  </a:rPr>
                  <a:t> </a:t>
                </a:r>
                <a:endParaRPr lang="es-ES" i="1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Buscamos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el valor del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parámetro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que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maximice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la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función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de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verosimilitud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(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función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de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densidad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EFBE4ABD-5C65-40C7-9B68-2E470A09B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0871" y="1194813"/>
                <a:ext cx="7494916" cy="707886"/>
              </a:xfrm>
              <a:prstGeom prst="rect">
                <a:avLst/>
              </a:prstGeom>
              <a:blipFill>
                <a:blip r:embed="rId4"/>
                <a:stretch>
                  <a:fillRect t="-5172"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n 1">
            <a:extLst>
              <a:ext uri="{FF2B5EF4-FFF2-40B4-BE49-F238E27FC236}">
                <a16:creationId xmlns:a16="http://schemas.microsoft.com/office/drawing/2014/main" id="{A80D9766-9180-480D-AD57-E557326E2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570" y="2194942"/>
            <a:ext cx="4380422" cy="119580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E28C2F8-C11F-4063-AE37-F0520A6258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231" y="3259127"/>
            <a:ext cx="2247900" cy="8477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D5024DE-8780-4AA0-B591-BB8CEB9BD0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239" y="3932927"/>
            <a:ext cx="3248025" cy="8382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3CC355C-5A97-4FF6-9F65-9C3F070965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862" y="4649032"/>
            <a:ext cx="3781425" cy="7429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EA44F01-270A-4020-B62A-2E1D184242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570" y="5808049"/>
            <a:ext cx="1800225" cy="6000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DA49178-440B-4156-A366-15D3507901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4738" y="5791905"/>
            <a:ext cx="3429000" cy="733425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6BBFBC2-9BF6-436F-9A6D-099F95CCEBAC}"/>
              </a:ext>
            </a:extLst>
          </p:cNvPr>
          <p:cNvCxnSpPr/>
          <p:nvPr/>
        </p:nvCxnSpPr>
        <p:spPr>
          <a:xfrm>
            <a:off x="1078302" y="5391982"/>
            <a:ext cx="0" cy="416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3E8ED96-01D7-4196-9555-1F3A14E140E5}"/>
              </a:ext>
            </a:extLst>
          </p:cNvPr>
          <p:cNvCxnSpPr/>
          <p:nvPr/>
        </p:nvCxnSpPr>
        <p:spPr>
          <a:xfrm>
            <a:off x="2242868" y="6108086"/>
            <a:ext cx="11437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F82C5CD-4C00-44F2-BACA-364A96AD92C2}"/>
              </a:ext>
            </a:extLst>
          </p:cNvPr>
          <p:cNvSpPr txBox="1"/>
          <p:nvPr/>
        </p:nvSpPr>
        <p:spPr>
          <a:xfrm>
            <a:off x="6338436" y="2383600"/>
            <a:ext cx="438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 err="1"/>
              <a:t>Estimación</a:t>
            </a:r>
            <a:r>
              <a:rPr lang="en-US" b="1" u="sng" dirty="0"/>
              <a:t> de la media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E23F90CA-30C7-4F16-95C1-27F9E0893C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9837" y="2856359"/>
            <a:ext cx="4419600" cy="77152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6D50CED7-39B6-49C1-8E4F-3652016D177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6522" y="3700007"/>
            <a:ext cx="3524250" cy="733425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632528F0-10E3-4EAE-B73C-4F5264923E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08847" y="4539609"/>
            <a:ext cx="2009775" cy="74295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6E488499-0B2F-4BD2-A56E-63D880DD733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8847" y="5388736"/>
            <a:ext cx="2009775" cy="7905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15380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16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Maximum Likelihood Estimators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EFBE4ABD-5C65-40C7-9B68-2E470A09B4CF}"/>
                  </a:ext>
                </a:extLst>
              </p:cNvPr>
              <p:cNvSpPr/>
              <p:nvPr/>
            </p:nvSpPr>
            <p:spPr>
              <a:xfrm>
                <a:off x="-360871" y="1194813"/>
                <a:ext cx="749491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2">
                  <a:spcAft>
                    <a:spcPts val="1200"/>
                  </a:spcAft>
                </a:pPr>
                <a:r>
                  <a:rPr lang="es-E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/>
                      </a:rPr>
                      <m:t>𝐿</m:t>
                    </m:r>
                    <m:r>
                      <a:rPr lang="es-ES" b="0" i="1" smtClean="0">
                        <a:latin typeface="Cambria Math"/>
                      </a:rPr>
                      <m:t>=</m:t>
                    </m:r>
                    <m:r>
                      <a:rPr lang="es-ES" b="1" i="1" smtClean="0">
                        <a:latin typeface="Cambria Math"/>
                      </a:rPr>
                      <m:t>𝒇</m:t>
                    </m:r>
                    <m:r>
                      <a:rPr lang="es-ES" b="1" i="1" smtClean="0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b="1" i="1" baseline="-25000" dirty="0">
                        <a:latin typeface="Times New Roman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b="1" i="1" baseline="-25000" dirty="0">
                        <a:latin typeface="Times New Roman" pitchFamily="18" charset="0"/>
                        <a:cs typeface="Times New Roman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, …,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xn</m:t>
                    </m:r>
                  </m:oMath>
                </a14:m>
                <a:r>
                  <a:rPr lang="es-ES" b="1" dirty="0"/>
                  <a:t>|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</m:oMath>
                </a14:m>
                <a:r>
                  <a:rPr lang="es-ES" b="1" dirty="0"/>
                  <a:t>)=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/>
                      </a:rPr>
                      <m:t>𝒇</m:t>
                    </m:r>
                    <m:r>
                      <a:rPr lang="es-ES" b="1" i="1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b="1" i="1" baseline="-25000" dirty="0">
                        <a:latin typeface="Times New Roman" pitchFamily="18" charset="0"/>
                        <a:cs typeface="Times New Roman" pitchFamily="18" charset="0"/>
                      </a:rPr>
                      <m:t>1</m:t>
                    </m:r>
                  </m:oMath>
                </a14:m>
                <a:r>
                  <a:rPr lang="es-ES" b="1" dirty="0"/>
                  <a:t>|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</m:oMath>
                </a14:m>
                <a:r>
                  <a:rPr lang="es-ES" b="1" dirty="0"/>
                  <a:t>)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s-ES" b="1" i="1">
                        <a:latin typeface="Cambria Math"/>
                      </a:rPr>
                      <m:t>𝒇</m:t>
                    </m:r>
                    <m:r>
                      <a:rPr lang="es-ES" b="1" i="1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s-ES" b="1" i="1" baseline="-25000" dirty="0" smtClean="0">
                        <a:latin typeface="Times New Roman" pitchFamily="18" charset="0"/>
                        <a:cs typeface="Times New Roman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s-ES" b="1" dirty="0"/>
                      <m:t>|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  <m:r>
                      <m:rPr>
                        <m:nor/>
                      </m:rPr>
                      <a:rPr lang="es-ES" b="1" dirty="0"/>
                      <m:t>)</m:t>
                    </m:r>
                  </m:oMath>
                </a14:m>
                <a:r>
                  <a:rPr lang="es-ES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/>
                        <a:ea typeface="Cambria Math"/>
                      </a:rPr>
                      <m:t>∙</m:t>
                    </m:r>
                  </m:oMath>
                </a14:m>
                <a:r>
                  <a:rPr lang="es-ES" b="1" dirty="0"/>
                  <a:t>…</a:t>
                </a:r>
                <a:r>
                  <a:rPr lang="es-ES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/>
                        <a:ea typeface="Cambria Math"/>
                      </a:rPr>
                      <m:t>∙</m:t>
                    </m:r>
                    <m:r>
                      <a:rPr lang="es-ES" b="1" i="1">
                        <a:latin typeface="Cambria Math"/>
                      </a:rPr>
                      <m:t>𝒇</m:t>
                    </m:r>
                    <m:r>
                      <a:rPr lang="es-ES" b="1" i="1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s-ES" b="1" i="1" baseline="-25000" dirty="0" smtClean="0">
                        <a:latin typeface="Times New Roman" pitchFamily="18" charset="0"/>
                        <a:cs typeface="Times New Roman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1" dirty="0"/>
                      <m:t>|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  <m:r>
                      <m:rPr>
                        <m:nor/>
                      </m:rPr>
                      <a:rPr lang="es-ES" b="1" dirty="0"/>
                      <m:t>)</m:t>
                    </m:r>
                  </m:oMath>
                </a14:m>
                <a:r>
                  <a:rPr lang="es-ES" b="1" dirty="0">
                    <a:ea typeface="Cambria Math"/>
                  </a:rPr>
                  <a:t> </a:t>
                </a:r>
                <a:endParaRPr lang="es-ES" i="1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Buscamos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el valor del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parámetro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que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maximice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la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función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de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verosimilitud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(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función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de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densidad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EFBE4ABD-5C65-40C7-9B68-2E470A09B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0871" y="1194813"/>
                <a:ext cx="7494916" cy="707886"/>
              </a:xfrm>
              <a:prstGeom prst="rect">
                <a:avLst/>
              </a:prstGeom>
              <a:blipFill>
                <a:blip r:embed="rId4"/>
                <a:stretch>
                  <a:fillRect t="-5172"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n 1">
            <a:extLst>
              <a:ext uri="{FF2B5EF4-FFF2-40B4-BE49-F238E27FC236}">
                <a16:creationId xmlns:a16="http://schemas.microsoft.com/office/drawing/2014/main" id="{A80D9766-9180-480D-AD57-E557326E2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570" y="2194942"/>
            <a:ext cx="4380422" cy="119580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E28C2F8-C11F-4063-AE37-F0520A6258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231" y="3259127"/>
            <a:ext cx="2247900" cy="8477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D5024DE-8780-4AA0-B591-BB8CEB9BD0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239" y="3932927"/>
            <a:ext cx="3248025" cy="8382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3CC355C-5A97-4FF6-9F65-9C3F070965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862" y="4649032"/>
            <a:ext cx="3781425" cy="7429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EA44F01-270A-4020-B62A-2E1D184242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570" y="5808049"/>
            <a:ext cx="1800225" cy="6000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DA49178-440B-4156-A366-15D3507901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4738" y="5791905"/>
            <a:ext cx="3429000" cy="733425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6BBFBC2-9BF6-436F-9A6D-099F95CCEBAC}"/>
              </a:ext>
            </a:extLst>
          </p:cNvPr>
          <p:cNvCxnSpPr/>
          <p:nvPr/>
        </p:nvCxnSpPr>
        <p:spPr>
          <a:xfrm>
            <a:off x="1078302" y="5391982"/>
            <a:ext cx="0" cy="416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3E8ED96-01D7-4196-9555-1F3A14E140E5}"/>
              </a:ext>
            </a:extLst>
          </p:cNvPr>
          <p:cNvCxnSpPr/>
          <p:nvPr/>
        </p:nvCxnSpPr>
        <p:spPr>
          <a:xfrm>
            <a:off x="2242868" y="6108086"/>
            <a:ext cx="11437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F82C5CD-4C00-44F2-BACA-364A96AD92C2}"/>
              </a:ext>
            </a:extLst>
          </p:cNvPr>
          <p:cNvSpPr txBox="1"/>
          <p:nvPr/>
        </p:nvSpPr>
        <p:spPr>
          <a:xfrm>
            <a:off x="6338436" y="2010276"/>
            <a:ext cx="438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 err="1"/>
              <a:t>Estimación</a:t>
            </a:r>
            <a:r>
              <a:rPr lang="en-US" b="1" u="sng" dirty="0"/>
              <a:t> de la </a:t>
            </a:r>
            <a:r>
              <a:rPr lang="en-US" b="1" u="sng" dirty="0" err="1"/>
              <a:t>Varianza</a:t>
            </a:r>
            <a:endParaRPr lang="en-US" b="1" u="sng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221AAB-757B-4200-B468-76FDCAA068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4060" y="2432176"/>
            <a:ext cx="3676650" cy="762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31B69D2-7223-42EF-9CC9-755280D59D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9409" y="3246744"/>
            <a:ext cx="3038475" cy="8477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22352B6-C0F2-491A-B484-928EB90FBE1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0846" y="4147037"/>
            <a:ext cx="2895600" cy="77152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F25F7E4-8250-4C71-95DC-FD4FDFD83F5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85658" y="5056582"/>
            <a:ext cx="2085975" cy="8001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56361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17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Maximum Likelihood Estimators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EFBE4ABD-5C65-40C7-9B68-2E470A09B4CF}"/>
                  </a:ext>
                </a:extLst>
              </p:cNvPr>
              <p:cNvSpPr/>
              <p:nvPr/>
            </p:nvSpPr>
            <p:spPr>
              <a:xfrm>
                <a:off x="-360871" y="1194813"/>
                <a:ext cx="749491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2">
                  <a:spcAft>
                    <a:spcPts val="1200"/>
                  </a:spcAft>
                </a:pPr>
                <a:r>
                  <a:rPr lang="es-E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/>
                      </a:rPr>
                      <m:t>𝐿</m:t>
                    </m:r>
                    <m:r>
                      <a:rPr lang="es-ES" b="0" i="1" smtClean="0">
                        <a:latin typeface="Cambria Math"/>
                      </a:rPr>
                      <m:t>=</m:t>
                    </m:r>
                    <m:r>
                      <a:rPr lang="es-ES" b="1" i="1" smtClean="0">
                        <a:latin typeface="Cambria Math"/>
                      </a:rPr>
                      <m:t>𝒇</m:t>
                    </m:r>
                    <m:r>
                      <a:rPr lang="es-ES" b="1" i="1" smtClean="0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b="1" i="1" baseline="-25000" dirty="0">
                        <a:latin typeface="Times New Roman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b="1" i="1" baseline="-25000" dirty="0">
                        <a:latin typeface="Times New Roman" pitchFamily="18" charset="0"/>
                        <a:cs typeface="Times New Roman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, …,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xn</m:t>
                    </m:r>
                  </m:oMath>
                </a14:m>
                <a:r>
                  <a:rPr lang="es-ES" b="1" dirty="0"/>
                  <a:t>|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</m:oMath>
                </a14:m>
                <a:r>
                  <a:rPr lang="es-ES" b="1" dirty="0"/>
                  <a:t>)=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/>
                      </a:rPr>
                      <m:t>𝒇</m:t>
                    </m:r>
                    <m:r>
                      <a:rPr lang="es-ES" b="1" i="1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b="1" i="1" baseline="-25000" dirty="0">
                        <a:latin typeface="Times New Roman" pitchFamily="18" charset="0"/>
                        <a:cs typeface="Times New Roman" pitchFamily="18" charset="0"/>
                      </a:rPr>
                      <m:t>1</m:t>
                    </m:r>
                  </m:oMath>
                </a14:m>
                <a:r>
                  <a:rPr lang="es-ES" b="1" dirty="0"/>
                  <a:t>|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</m:oMath>
                </a14:m>
                <a:r>
                  <a:rPr lang="es-ES" b="1" dirty="0"/>
                  <a:t>)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s-ES" b="1" i="1">
                        <a:latin typeface="Cambria Math"/>
                      </a:rPr>
                      <m:t>𝒇</m:t>
                    </m:r>
                    <m:r>
                      <a:rPr lang="es-ES" b="1" i="1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s-ES" b="1" i="1" baseline="-25000" dirty="0" smtClean="0">
                        <a:latin typeface="Times New Roman" pitchFamily="18" charset="0"/>
                        <a:cs typeface="Times New Roman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s-ES" b="1" dirty="0"/>
                      <m:t>|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  <m:r>
                      <m:rPr>
                        <m:nor/>
                      </m:rPr>
                      <a:rPr lang="es-ES" b="1" dirty="0"/>
                      <m:t>)</m:t>
                    </m:r>
                  </m:oMath>
                </a14:m>
                <a:r>
                  <a:rPr lang="es-ES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/>
                        <a:ea typeface="Cambria Math"/>
                      </a:rPr>
                      <m:t>∙</m:t>
                    </m:r>
                  </m:oMath>
                </a14:m>
                <a:r>
                  <a:rPr lang="es-ES" b="1" dirty="0"/>
                  <a:t>…</a:t>
                </a:r>
                <a:r>
                  <a:rPr lang="es-ES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/>
                        <a:ea typeface="Cambria Math"/>
                      </a:rPr>
                      <m:t>∙</m:t>
                    </m:r>
                    <m:r>
                      <a:rPr lang="es-ES" b="1" i="1">
                        <a:latin typeface="Cambria Math"/>
                      </a:rPr>
                      <m:t>𝒇</m:t>
                    </m:r>
                    <m:r>
                      <a:rPr lang="es-ES" b="1" i="1">
                        <a:latin typeface="Cambria Math"/>
                      </a:rPr>
                      <m:t>(</m:t>
                    </m:r>
                    <m:r>
                      <m:rPr>
                        <m:nor/>
                      </m:rPr>
                      <a:rPr lang="en-US" b="1" i="1" dirty="0">
                        <a:latin typeface="Times New Roman" pitchFamily="18" charset="0"/>
                        <a:cs typeface="Times New Roman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s-ES" b="1" i="1" baseline="-25000" dirty="0" smtClean="0">
                        <a:latin typeface="Times New Roman" pitchFamily="18" charset="0"/>
                        <a:cs typeface="Times New Roman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1" dirty="0"/>
                      <m:t>|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𝜽</m:t>
                    </m:r>
                    <m:r>
                      <m:rPr>
                        <m:nor/>
                      </m:rPr>
                      <a:rPr lang="es-ES" b="1" dirty="0"/>
                      <m:t>)</m:t>
                    </m:r>
                  </m:oMath>
                </a14:m>
                <a:r>
                  <a:rPr lang="es-ES" b="1" dirty="0">
                    <a:ea typeface="Cambria Math"/>
                  </a:rPr>
                  <a:t> </a:t>
                </a:r>
                <a:endParaRPr lang="es-ES" i="1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Buscamos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el valor del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parámetro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que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maximice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la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función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de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verosimilitud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(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función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 de </a:t>
                </a:r>
                <a:r>
                  <a:rPr lang="en-US" i="1" baseline="-25000" dirty="0" err="1">
                    <a:latin typeface="Arial" pitchFamily="34" charset="0"/>
                    <a:cs typeface="Arial" pitchFamily="34" charset="0"/>
                  </a:rPr>
                  <a:t>densidad</a:t>
                </a:r>
                <a:r>
                  <a:rPr lang="en-US" i="1" baseline="-25000" dirty="0">
                    <a:latin typeface="Arial" pitchFamily="34" charset="0"/>
                    <a:cs typeface="Arial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EFBE4ABD-5C65-40C7-9B68-2E470A09B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0871" y="1194813"/>
                <a:ext cx="7494916" cy="707886"/>
              </a:xfrm>
              <a:prstGeom prst="rect">
                <a:avLst/>
              </a:prstGeom>
              <a:blipFill>
                <a:blip r:embed="rId4"/>
                <a:stretch>
                  <a:fillRect t="-5172"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14AA840C-A39C-43F6-8973-882D8BB9F9A0}"/>
              </a:ext>
            </a:extLst>
          </p:cNvPr>
          <p:cNvSpPr txBox="1"/>
          <p:nvPr/>
        </p:nvSpPr>
        <p:spPr>
          <a:xfrm>
            <a:off x="897147" y="2078965"/>
            <a:ext cx="909224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No son necesariamente centrados. Ejemplo claro es el EMV de la varianza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Con frecuencia son consistentes.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Con frecuencia son eficientes.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Si existe un estimador centrado de varianza mínima que alcanza la cota de Cramer-Rao, éste es el estimador de máxima verosimilitud y es único.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La media del estimador tiende al verdadero valor del parámetro y su varianza tiende a la cota de Cramer-Rao.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Es decir, son los más eficientes.</a:t>
            </a:r>
          </a:p>
        </p:txBody>
      </p:sp>
    </p:spTree>
    <p:extLst>
      <p:ext uri="{BB962C8B-B14F-4D97-AF65-F5344CB8AC3E}">
        <p14:creationId xmlns:p14="http://schemas.microsoft.com/office/powerpoint/2010/main" val="122889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18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Estimators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7" name="Picture 6" descr="Image result for Rstudio logo">
            <a:extLst>
              <a:ext uri="{FF2B5EF4-FFF2-40B4-BE49-F238E27FC236}">
                <a16:creationId xmlns:a16="http://schemas.microsoft.com/office/drawing/2014/main" id="{49BA7518-857E-487A-8401-FAFD55432B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r="63019"/>
          <a:stretch/>
        </p:blipFill>
        <p:spPr bwMode="auto">
          <a:xfrm>
            <a:off x="1281895" y="4856328"/>
            <a:ext cx="1620329" cy="1537907"/>
          </a:xfrm>
          <a:prstGeom prst="rect">
            <a:avLst/>
          </a:prstGeom>
          <a:noFill/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B8D8801C-573D-4EAB-A810-903AB5FCE4F7}"/>
              </a:ext>
            </a:extLst>
          </p:cNvPr>
          <p:cNvSpPr/>
          <p:nvPr/>
        </p:nvSpPr>
        <p:spPr>
          <a:xfrm>
            <a:off x="218536" y="1145005"/>
            <a:ext cx="6096000" cy="32316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rnorm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s-ES_tradnl" sz="1200" dirty="0">
                <a:solidFill>
                  <a:srgbClr val="001080"/>
                </a:solidFill>
                <a:latin typeface="Consolas" panose="020B0609020204030204" pitchFamily="49" charset="0"/>
              </a:rPr>
              <a:t>mean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media,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sd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sqrt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(varianza))</a:t>
            </a:r>
          </a:p>
          <a:p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795E26"/>
                </a:solidFill>
                <a:latin typeface="Consolas" panose="020B0609020204030204" pitchFamily="49" charset="0"/>
              </a:rPr>
              <a:t>mean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2.935422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var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1.745653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008000"/>
                </a:solidFill>
                <a:latin typeface="Consolas" panose="020B0609020204030204" pitchFamily="49" charset="0"/>
              </a:rPr>
              <a:t>#que pasa si metemos un valor atípico (</a:t>
            </a:r>
            <a:r>
              <a:rPr lang="es-ES_tradnl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outlier</a:t>
            </a:r>
            <a:r>
              <a:rPr lang="es-ES_tradnl" sz="120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1000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795E26"/>
                </a:solidFill>
                <a:latin typeface="Consolas" panose="020B0609020204030204" pitchFamily="49" charset="0"/>
              </a:rPr>
              <a:t>mean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12.91292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795E26"/>
                </a:solidFill>
                <a:latin typeface="Consolas" panose="020B0609020204030204" pitchFamily="49" charset="0"/>
              </a:rPr>
              <a:t>median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3.104282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sd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99.7145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mad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random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1.360305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sqrt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(varianza) </a:t>
            </a:r>
            <a:r>
              <a:rPr lang="es-ES_tradnl" sz="1200" dirty="0">
                <a:solidFill>
                  <a:srgbClr val="008000"/>
                </a:solidFill>
                <a:latin typeface="Consolas" panose="020B0609020204030204" pitchFamily="49" charset="0"/>
              </a:rPr>
              <a:t>#el valor que queremos estimar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es-ES_tradnl" sz="1200" dirty="0">
                <a:solidFill>
                  <a:srgbClr val="098658"/>
                </a:solidFill>
                <a:latin typeface="Consolas" panose="020B0609020204030204" pitchFamily="49" charset="0"/>
              </a:rPr>
              <a:t>1.414214</a:t>
            </a:r>
            <a:endParaRPr lang="es-ES_tradnl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4043868-6354-489C-8D07-17411388CAAF}"/>
              </a:ext>
            </a:extLst>
          </p:cNvPr>
          <p:cNvSpPr/>
          <p:nvPr/>
        </p:nvSpPr>
        <p:spPr>
          <a:xfrm>
            <a:off x="5585252" y="114500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3B3B3B"/>
                </a:solidFill>
                <a:latin typeface="Consolas" panose="020B0609020204030204" pitchFamily="49" charset="0"/>
              </a:rPr>
              <a:t>medianas_n20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n-US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rowMedians</a:t>
            </a:r>
            <a:r>
              <a:rPr lang="en-US" sz="1200" dirty="0">
                <a:solidFill>
                  <a:srgbClr val="3B3B3B"/>
                </a:solidFill>
                <a:latin typeface="Consolas" panose="020B0609020204030204" pitchFamily="49" charset="0"/>
              </a:rPr>
              <a:t>(B)</a:t>
            </a:r>
          </a:p>
          <a:p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plot</a:t>
            </a:r>
            <a:r>
              <a:rPr lang="en-US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density</a:t>
            </a:r>
            <a:r>
              <a:rPr lang="en-US" sz="1200" dirty="0">
                <a:solidFill>
                  <a:srgbClr val="3B3B3B"/>
                </a:solidFill>
                <a:latin typeface="Consolas" panose="020B0609020204030204" pitchFamily="49" charset="0"/>
              </a:rPr>
              <a:t>(medias_n20),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col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lines</a:t>
            </a:r>
            <a:r>
              <a:rPr lang="en-US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density</a:t>
            </a:r>
            <a:r>
              <a:rPr lang="en-US" sz="1200" dirty="0">
                <a:solidFill>
                  <a:srgbClr val="3B3B3B"/>
                </a:solidFill>
                <a:latin typeface="Consolas" panose="020B0609020204030204" pitchFamily="49" charset="0"/>
              </a:rPr>
              <a:t>(medianas_n20),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col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US" sz="12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1338AE-E8FF-4355-8C30-D049801EF6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04" t="13241" r="3287" b="9409"/>
          <a:stretch/>
        </p:blipFill>
        <p:spPr>
          <a:xfrm>
            <a:off x="5585913" y="2110316"/>
            <a:ext cx="5400136" cy="336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682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19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Confidence Intervals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53BD204-15F9-4E5F-A2BE-6F71F05F2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107" y="1062172"/>
            <a:ext cx="1333500" cy="6000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DD17678-8ADF-4398-82C0-AA1408D0AA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63" y="1936539"/>
            <a:ext cx="3019425" cy="638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8465A9E-D006-4A1F-A4BA-C68770F850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663" y="2898113"/>
            <a:ext cx="2476500" cy="638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42" name="Picture 2" descr="Calculadora del Intervalo de Confianza">
            <a:extLst>
              <a:ext uri="{FF2B5EF4-FFF2-40B4-BE49-F238E27FC236}">
                <a16:creationId xmlns:a16="http://schemas.microsoft.com/office/drawing/2014/main" id="{0D948734-B0B1-47F5-9A28-90800CEA5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70" y="4038958"/>
            <a:ext cx="3620343" cy="2527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5FF2492-2547-42CD-9147-D276568401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2881" y="2898113"/>
            <a:ext cx="3976321" cy="638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BD329BA3-CE92-4EA8-8ECD-B32D448E522A}"/>
                  </a:ext>
                </a:extLst>
              </p14:cNvPr>
              <p14:cNvContentPartPr/>
              <p14:nvPr/>
            </p14:nvContentPartPr>
            <p14:xfrm>
              <a:off x="1552857" y="2363672"/>
              <a:ext cx="51840" cy="100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BD329BA3-CE92-4EA8-8ECD-B32D448E522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07857" y="2273672"/>
                <a:ext cx="141480" cy="18972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F0A3F256-9521-4E61-94B4-894E28C661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0675" y="948276"/>
            <a:ext cx="1409700" cy="5619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37D288D-2655-4354-AA15-86B7D141528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33461" y="1876331"/>
            <a:ext cx="2238375" cy="723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44" name="Picture 4" descr="8.4.6 Intervalo de confianza para la varianza">
            <a:extLst>
              <a:ext uri="{FF2B5EF4-FFF2-40B4-BE49-F238E27FC236}">
                <a16:creationId xmlns:a16="http://schemas.microsoft.com/office/drawing/2014/main" id="{036DB4F7-6C6A-41FC-AA4E-B59C655CC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8279" y="3176682"/>
            <a:ext cx="4393721" cy="227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441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20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Introduction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9" name="Shape 58">
            <a:extLst>
              <a:ext uri="{FF2B5EF4-FFF2-40B4-BE49-F238E27FC236}">
                <a16:creationId xmlns:a16="http://schemas.microsoft.com/office/drawing/2014/main" id="{74E79F1E-515F-4F6B-B3E3-E8DB3A77FD27}"/>
              </a:ext>
            </a:extLst>
          </p:cNvPr>
          <p:cNvSpPr txBox="1">
            <a:spLocks/>
          </p:cNvSpPr>
          <p:nvPr/>
        </p:nvSpPr>
        <p:spPr>
          <a:xfrm>
            <a:off x="1882832" y="838200"/>
            <a:ext cx="8686800" cy="2659662"/>
          </a:xfrm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indent="-233363">
              <a:spcBef>
                <a:spcPts val="480"/>
              </a:spcBef>
              <a:buClr>
                <a:schemeClr val="dk1"/>
              </a:buClr>
              <a:buSzPct val="100694"/>
              <a:buFont typeface="Arial"/>
              <a:buChar char="•"/>
            </a:pPr>
            <a:r>
              <a:rPr lang="en-GB" sz="18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programming language and software environment for statistical computing and graphics</a:t>
            </a:r>
          </a:p>
          <a:p>
            <a:pPr marL="233363" indent="-233363">
              <a:spcBef>
                <a:spcPts val="480"/>
              </a:spcBef>
              <a:buClr>
                <a:schemeClr val="dk1"/>
              </a:buClr>
              <a:buSzPct val="100694"/>
              <a:buFont typeface="Arial"/>
              <a:buChar char="•"/>
            </a:pPr>
            <a:endParaRPr lang="en-GB" sz="1800"/>
          </a:p>
          <a:p>
            <a:pPr marL="233363" indent="-233363">
              <a:spcBef>
                <a:spcPts val="480"/>
              </a:spcBef>
              <a:buClr>
                <a:schemeClr val="dk1"/>
              </a:buClr>
              <a:buSzPct val="100694"/>
              <a:buFont typeface="Arial"/>
              <a:buChar char="•"/>
            </a:pPr>
            <a:r>
              <a:rPr lang="en-GB" sz="1800"/>
              <a:t>It is an </a:t>
            </a:r>
            <a:r>
              <a:rPr lang="en-GB" sz="1800" b="1"/>
              <a:t>open source</a:t>
            </a:r>
            <a:r>
              <a:rPr lang="en-GB" sz="1800"/>
              <a:t> project that can be easily extended through user-submitted packages. (9876 packages, as of January 2017)</a:t>
            </a:r>
          </a:p>
          <a:p>
            <a:pPr marL="233363" indent="-233363">
              <a:spcBef>
                <a:spcPts val="480"/>
              </a:spcBef>
              <a:buClr>
                <a:schemeClr val="dk1"/>
              </a:buClr>
              <a:buSzPct val="100694"/>
              <a:buFont typeface="Arial"/>
              <a:buChar char="•"/>
            </a:pPr>
            <a:endParaRPr lang="en-GB" sz="1800"/>
          </a:p>
          <a:p>
            <a:pPr marL="233363" indent="-233363">
              <a:spcBef>
                <a:spcPts val="480"/>
              </a:spcBef>
              <a:buClr>
                <a:schemeClr val="dk1"/>
              </a:buClr>
              <a:buSzPct val="100694"/>
              <a:buFont typeface="Arial"/>
              <a:buChar char="•"/>
            </a:pPr>
            <a:r>
              <a:rPr lang="en-GB" sz="1800"/>
              <a:t>Python and R is are the most widely used languages for data mining and data analytics </a:t>
            </a:r>
            <a:endParaRPr lang="en-GB" sz="2000"/>
          </a:p>
          <a:p>
            <a:endParaRPr lang="en-GB" sz="2000" dirty="0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2199919C-D9FB-475A-AD94-0021DB24C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937" y="3359125"/>
            <a:ext cx="4720590" cy="284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017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21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Introduction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86670A1-9070-43E4-86C8-BB2B9C75E01D}"/>
              </a:ext>
            </a:extLst>
          </p:cNvPr>
          <p:cNvSpPr txBox="1">
            <a:spLocks/>
          </p:cNvSpPr>
          <p:nvPr/>
        </p:nvSpPr>
        <p:spPr>
          <a:xfrm>
            <a:off x="170319" y="838200"/>
            <a:ext cx="10397039" cy="723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dirty="0" err="1"/>
              <a:t>Being</a:t>
            </a:r>
            <a:r>
              <a:rPr lang="es-ES" sz="1800" dirty="0"/>
              <a:t> </a:t>
            </a:r>
            <a:r>
              <a:rPr lang="es-ES" sz="1800" dirty="0" err="1"/>
              <a:t>an</a:t>
            </a:r>
            <a:r>
              <a:rPr lang="es-ES" sz="1800" dirty="0"/>
              <a:t> open </a:t>
            </a:r>
            <a:r>
              <a:rPr lang="es-ES" sz="1800" dirty="0" err="1"/>
              <a:t>source</a:t>
            </a:r>
            <a:r>
              <a:rPr lang="es-ES" sz="1800" dirty="0"/>
              <a:t> </a:t>
            </a:r>
            <a:r>
              <a:rPr lang="es-ES" sz="1800" dirty="0" err="1"/>
              <a:t>project</a:t>
            </a:r>
            <a:r>
              <a:rPr lang="es-ES" sz="1800" dirty="0"/>
              <a:t>, </a:t>
            </a:r>
            <a:r>
              <a:rPr lang="es-ES" sz="1800" dirty="0" err="1"/>
              <a:t>there</a:t>
            </a:r>
            <a:r>
              <a:rPr lang="es-ES" sz="1800" dirty="0"/>
              <a:t> are </a:t>
            </a:r>
            <a:r>
              <a:rPr lang="es-ES" sz="1800" dirty="0" err="1"/>
              <a:t>infinite</a:t>
            </a:r>
            <a:r>
              <a:rPr lang="es-ES" sz="1800" dirty="0"/>
              <a:t> </a:t>
            </a:r>
            <a:r>
              <a:rPr lang="es-ES" sz="1800" dirty="0" err="1"/>
              <a:t>tutorials</a:t>
            </a:r>
            <a:r>
              <a:rPr lang="es-ES" sz="1800" dirty="0"/>
              <a:t> </a:t>
            </a:r>
            <a:r>
              <a:rPr lang="es-ES" sz="1800" dirty="0" err="1"/>
              <a:t>available</a:t>
            </a:r>
            <a:r>
              <a:rPr lang="es-ES" sz="1800" dirty="0"/>
              <a:t> in </a:t>
            </a:r>
            <a:r>
              <a:rPr lang="es-ES" sz="1800" dirty="0" err="1"/>
              <a:t>the</a:t>
            </a:r>
            <a:r>
              <a:rPr lang="es-ES" sz="1800" dirty="0"/>
              <a:t> internet </a:t>
            </a:r>
            <a:r>
              <a:rPr lang="es-ES" sz="1800" dirty="0" err="1"/>
              <a:t>to</a:t>
            </a:r>
            <a:r>
              <a:rPr lang="es-ES" sz="1800" dirty="0"/>
              <a:t> </a:t>
            </a:r>
            <a:r>
              <a:rPr lang="es-ES" sz="1800" dirty="0" err="1"/>
              <a:t>learn</a:t>
            </a:r>
            <a:r>
              <a:rPr lang="es-ES" sz="1800" dirty="0"/>
              <a:t> R.</a:t>
            </a:r>
          </a:p>
          <a:p>
            <a:endParaRPr lang="es-ES" sz="1800" dirty="0"/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F395A670-012B-410E-9332-B79B37414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7570" y="1362075"/>
            <a:ext cx="4316188" cy="2520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https://r4ds.hadley.nz/cover.jpg">
            <a:extLst>
              <a:ext uri="{FF2B5EF4-FFF2-40B4-BE49-F238E27FC236}">
                <a16:creationId xmlns:a16="http://schemas.microsoft.com/office/drawing/2014/main" id="{CB85B473-232E-4744-B07F-38FB70740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118" y="1198350"/>
            <a:ext cx="1979764" cy="259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B415DF7-53D5-4A3C-886E-D20D715F58EF}"/>
              </a:ext>
            </a:extLst>
          </p:cNvPr>
          <p:cNvSpPr/>
          <p:nvPr/>
        </p:nvSpPr>
        <p:spPr>
          <a:xfrm>
            <a:off x="2212422" y="1900584"/>
            <a:ext cx="2739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https://r4ds.hadley.nz/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6AE92A-5EFD-4D71-9A5D-D28B3CD669D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807" r="51253"/>
          <a:stretch/>
        </p:blipFill>
        <p:spPr>
          <a:xfrm>
            <a:off x="2981019" y="3943617"/>
            <a:ext cx="2876318" cy="286172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BA289A2-E579-4567-A604-0F2DB812561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684" t="1807"/>
          <a:stretch/>
        </p:blipFill>
        <p:spPr>
          <a:xfrm>
            <a:off x="5882820" y="3795800"/>
            <a:ext cx="3452054" cy="326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68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22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Working with R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7" name="Shape 58">
            <a:extLst>
              <a:ext uri="{FF2B5EF4-FFF2-40B4-BE49-F238E27FC236}">
                <a16:creationId xmlns:a16="http://schemas.microsoft.com/office/drawing/2014/main" id="{0D3FC33A-4F79-4127-8EDC-01647E4ABFA8}"/>
              </a:ext>
            </a:extLst>
          </p:cNvPr>
          <p:cNvSpPr txBox="1">
            <a:spLocks/>
          </p:cNvSpPr>
          <p:nvPr/>
        </p:nvSpPr>
        <p:spPr>
          <a:xfrm>
            <a:off x="228600" y="838200"/>
            <a:ext cx="8686800" cy="4993121"/>
          </a:xfrm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694"/>
            </a:pPr>
            <a:r>
              <a:rPr lang="x-none" sz="18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800" b="1" i="1" dirty="0"/>
              <a:t>R</a:t>
            </a:r>
            <a:r>
              <a:rPr lang="es-ES" sz="1800" dirty="0"/>
              <a:t> can be </a:t>
            </a:r>
            <a:r>
              <a:rPr lang="es-ES" sz="1800" dirty="0" err="1"/>
              <a:t>downloaded</a:t>
            </a:r>
            <a:r>
              <a:rPr lang="es-ES" sz="1800" dirty="0"/>
              <a:t> </a:t>
            </a:r>
            <a:r>
              <a:rPr lang="es-ES" sz="1800" dirty="0" err="1"/>
              <a:t>from</a:t>
            </a:r>
            <a:r>
              <a:rPr lang="es-ES" sz="1800" dirty="0"/>
              <a:t>:</a:t>
            </a:r>
            <a:r>
              <a:rPr lang="es-ES" sz="1800" b="1" dirty="0">
                <a:solidFill>
                  <a:schemeClr val="accent2"/>
                </a:solidFill>
              </a:rPr>
              <a:t> </a:t>
            </a:r>
            <a:r>
              <a:rPr lang="es-ES" sz="1800" b="1" dirty="0">
                <a:solidFill>
                  <a:schemeClr val="accent2"/>
                </a:solidFill>
                <a:hlinkClick r:id="rId4"/>
              </a:rPr>
              <a:t>https://cloud.r-project.org/</a:t>
            </a:r>
            <a:endParaRPr lang="es-ES" sz="1800" b="1" dirty="0">
              <a:solidFill>
                <a:schemeClr val="accent2"/>
              </a:solidFill>
            </a:endParaRPr>
          </a:p>
          <a:p>
            <a:pPr>
              <a:buSzPct val="100694"/>
            </a:pPr>
            <a:endParaRPr lang="es-ES" sz="1800" b="1" dirty="0">
              <a:solidFill>
                <a:schemeClr val="accent2"/>
              </a:solidFill>
            </a:endParaRPr>
          </a:p>
          <a:p>
            <a:pPr>
              <a:buSzPct val="100694"/>
            </a:pPr>
            <a:r>
              <a:rPr lang="es-ES" sz="1800" dirty="0" err="1"/>
              <a:t>We</a:t>
            </a:r>
            <a:r>
              <a:rPr lang="es-ES" sz="1800" dirty="0"/>
              <a:t> use a </a:t>
            </a:r>
            <a:r>
              <a:rPr lang="es-ES" sz="1800" dirty="0" err="1"/>
              <a:t>Graphic</a:t>
            </a:r>
            <a:r>
              <a:rPr lang="es-ES" sz="1800" dirty="0"/>
              <a:t> </a:t>
            </a:r>
            <a:r>
              <a:rPr lang="es-ES" sz="1800" dirty="0" err="1"/>
              <a:t>User</a:t>
            </a:r>
            <a:r>
              <a:rPr lang="es-ES" sz="1800" dirty="0"/>
              <a:t> Interface (GUI) </a:t>
            </a:r>
            <a:r>
              <a:rPr lang="es-ES" sz="1800" dirty="0" err="1"/>
              <a:t>to</a:t>
            </a:r>
            <a:r>
              <a:rPr lang="es-ES" sz="1800" dirty="0"/>
              <a:t> </a:t>
            </a:r>
            <a:r>
              <a:rPr lang="es-ES" sz="1800" dirty="0" err="1"/>
              <a:t>ease</a:t>
            </a:r>
            <a:r>
              <a:rPr lang="es-ES" sz="1800" dirty="0"/>
              <a:t> </a:t>
            </a:r>
            <a:r>
              <a:rPr lang="es-ES" sz="1800" dirty="0" err="1"/>
              <a:t>the</a:t>
            </a:r>
            <a:r>
              <a:rPr lang="es-ES" sz="1800" dirty="0"/>
              <a:t> </a:t>
            </a:r>
            <a:r>
              <a:rPr lang="es-ES" sz="1800" dirty="0" err="1"/>
              <a:t>interpretation</a:t>
            </a:r>
            <a:r>
              <a:rPr lang="es-ES" sz="1800" dirty="0"/>
              <a:t> </a:t>
            </a:r>
            <a:r>
              <a:rPr lang="es-ES" sz="1800" dirty="0" err="1"/>
              <a:t>of</a:t>
            </a:r>
            <a:r>
              <a:rPr lang="es-ES" sz="1800" dirty="0"/>
              <a:t> </a:t>
            </a:r>
            <a:r>
              <a:rPr lang="es-ES" sz="1800" dirty="0" err="1"/>
              <a:t>the</a:t>
            </a:r>
            <a:r>
              <a:rPr lang="es-ES" sz="1800" dirty="0"/>
              <a:t> </a:t>
            </a:r>
            <a:r>
              <a:rPr lang="es-ES" sz="1800" dirty="0" err="1"/>
              <a:t>information</a:t>
            </a:r>
            <a:r>
              <a:rPr lang="es-ES" sz="1800" dirty="0"/>
              <a:t> </a:t>
            </a:r>
            <a:r>
              <a:rPr lang="es-ES" sz="1800" dirty="0" err="1"/>
              <a:t>we</a:t>
            </a:r>
            <a:r>
              <a:rPr lang="es-ES" sz="1800" dirty="0"/>
              <a:t> are </a:t>
            </a:r>
            <a:r>
              <a:rPr lang="es-ES" sz="1800" dirty="0" err="1"/>
              <a:t>creating</a:t>
            </a:r>
            <a:r>
              <a:rPr lang="es-ES" sz="1800" dirty="0"/>
              <a:t>. </a:t>
            </a:r>
            <a:r>
              <a:rPr lang="es-ES" sz="1800" dirty="0" err="1"/>
              <a:t>The</a:t>
            </a:r>
            <a:r>
              <a:rPr lang="es-ES" sz="1800" dirty="0"/>
              <a:t> GUI </a:t>
            </a:r>
            <a:r>
              <a:rPr lang="es-ES" sz="1800" dirty="0" err="1"/>
              <a:t>is</a:t>
            </a:r>
            <a:r>
              <a:rPr lang="es-ES" sz="1800" dirty="0"/>
              <a:t> </a:t>
            </a:r>
            <a:r>
              <a:rPr lang="es-ES" sz="1800" dirty="0" err="1"/>
              <a:t>called</a:t>
            </a:r>
            <a:r>
              <a:rPr lang="es-ES" sz="1800" dirty="0"/>
              <a:t> </a:t>
            </a:r>
            <a:r>
              <a:rPr lang="es-ES" sz="1800" b="1" i="1" dirty="0" err="1"/>
              <a:t>Rstudio</a:t>
            </a:r>
            <a:r>
              <a:rPr lang="es-ES" sz="1800" dirty="0"/>
              <a:t>: </a:t>
            </a:r>
            <a:r>
              <a:rPr lang="es-ES" sz="1800" dirty="0">
                <a:hlinkClick r:id="rId5"/>
              </a:rPr>
              <a:t>https://www.rstudio.com/products/rstudio/download/</a:t>
            </a:r>
            <a:endParaRPr lang="es-ES" sz="1800" dirty="0"/>
          </a:p>
          <a:p>
            <a:pPr>
              <a:buSzPct val="100694"/>
            </a:pPr>
            <a:endParaRPr lang="es-ES" sz="1800" dirty="0"/>
          </a:p>
          <a:p>
            <a:pPr>
              <a:buSzPct val="100694"/>
              <a:buFont typeface="Arial" panose="020B0604020202020204" pitchFamily="34" charset="0"/>
              <a:buNone/>
            </a:pPr>
            <a:endParaRPr lang="es-ES" sz="1800" b="1" i="1" dirty="0"/>
          </a:p>
          <a:p>
            <a:pPr>
              <a:buSzPct val="100694"/>
              <a:buFont typeface="Arial" panose="020B0604020202020204" pitchFamily="34" charset="0"/>
              <a:buNone/>
            </a:pPr>
            <a:endParaRPr lang="es-ES" sz="1800" b="1" i="1" dirty="0"/>
          </a:p>
          <a:p>
            <a:pPr>
              <a:buSzPct val="100694"/>
              <a:buFont typeface="Arial" panose="020B0604020202020204" pitchFamily="34" charset="0"/>
              <a:buNone/>
            </a:pPr>
            <a:endParaRPr lang="es-ES" sz="1800" b="1" i="1" dirty="0"/>
          </a:p>
          <a:p>
            <a:pPr>
              <a:buSzPct val="100694"/>
              <a:buFont typeface="Arial" panose="020B0604020202020204" pitchFamily="34" charset="0"/>
              <a:buNone/>
            </a:pPr>
            <a:endParaRPr lang="es-ES" sz="1800" b="1" i="1" dirty="0"/>
          </a:p>
          <a:p>
            <a:pPr>
              <a:buSzPct val="100694"/>
              <a:buFont typeface="Arial" panose="020B0604020202020204" pitchFamily="34" charset="0"/>
              <a:buNone/>
            </a:pPr>
            <a:endParaRPr lang="es-ES" sz="1800" b="1" i="1" dirty="0"/>
          </a:p>
          <a:p>
            <a:pPr>
              <a:buSzPct val="100694"/>
              <a:buFont typeface="Arial" panose="020B0604020202020204" pitchFamily="34" charset="0"/>
              <a:buNone/>
            </a:pPr>
            <a:endParaRPr lang="es-ES" sz="1800" b="1" i="1" dirty="0"/>
          </a:p>
          <a:p>
            <a:pPr>
              <a:buSzPct val="100694"/>
            </a:pPr>
            <a:r>
              <a:rPr lang="es-ES" sz="1800" b="1" i="1" dirty="0"/>
              <a:t>In ADI tutorial </a:t>
            </a:r>
            <a:r>
              <a:rPr lang="es-ES" sz="1800" b="1" i="1" dirty="0" err="1"/>
              <a:t>with</a:t>
            </a:r>
            <a:r>
              <a:rPr lang="es-ES" sz="1800" b="1" i="1" dirty="0"/>
              <a:t> </a:t>
            </a:r>
            <a:r>
              <a:rPr lang="es-ES" sz="1800" b="1" i="1" dirty="0" err="1"/>
              <a:t>basic</a:t>
            </a:r>
            <a:r>
              <a:rPr lang="es-ES" sz="1800" b="1" i="1" dirty="0"/>
              <a:t> </a:t>
            </a:r>
            <a:r>
              <a:rPr lang="es-ES" sz="1800" b="1" i="1" dirty="0" err="1"/>
              <a:t>commands</a:t>
            </a:r>
            <a:r>
              <a:rPr lang="es-ES" sz="1800" b="1" i="1" dirty="0"/>
              <a:t> </a:t>
            </a:r>
          </a:p>
          <a:p>
            <a:pPr>
              <a:buSzPct val="100694"/>
              <a:buFont typeface="Arial" panose="020B0604020202020204" pitchFamily="34" charset="0"/>
              <a:buNone/>
            </a:pPr>
            <a:endParaRPr lang="es-ES" sz="1800" b="1" i="1" dirty="0"/>
          </a:p>
        </p:txBody>
      </p:sp>
      <p:pic>
        <p:nvPicPr>
          <p:cNvPr id="8" name="Picture 4" descr="Image result for r logo">
            <a:extLst>
              <a:ext uri="{FF2B5EF4-FFF2-40B4-BE49-F238E27FC236}">
                <a16:creationId xmlns:a16="http://schemas.microsoft.com/office/drawing/2014/main" id="{ED7FA4C2-938C-4498-BDF1-4AF0282F0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327694" y="2865064"/>
            <a:ext cx="1828800" cy="1600200"/>
          </a:xfrm>
          <a:prstGeom prst="rect">
            <a:avLst/>
          </a:prstGeom>
          <a:noFill/>
        </p:spPr>
      </p:pic>
      <p:pic>
        <p:nvPicPr>
          <p:cNvPr id="9" name="Picture 6" descr="Image result for Rstudio logo">
            <a:extLst>
              <a:ext uri="{FF2B5EF4-FFF2-40B4-BE49-F238E27FC236}">
                <a16:creationId xmlns:a16="http://schemas.microsoft.com/office/drawing/2014/main" id="{B28C11E0-ED21-4A3D-B9AB-4E1A7B7DE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375694" y="2941264"/>
            <a:ext cx="4381500" cy="15379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61092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23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Working with R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556EAAC-EA68-4BF0-BC7F-A912B00393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07" r="51253"/>
          <a:stretch/>
        </p:blipFill>
        <p:spPr>
          <a:xfrm>
            <a:off x="7524492" y="434926"/>
            <a:ext cx="4531267" cy="450828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D2F35B9-9897-4356-B507-D232303CAF61}"/>
              </a:ext>
            </a:extLst>
          </p:cNvPr>
          <p:cNvSpPr txBox="1"/>
          <p:nvPr/>
        </p:nvSpPr>
        <p:spPr>
          <a:xfrm>
            <a:off x="109257" y="1189457"/>
            <a:ext cx="73012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Most of you already know R. In this course, you must write </a:t>
            </a:r>
            <a:r>
              <a:rPr lang="en-GB" b="1" dirty="0"/>
              <a:t>professional-quality code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What this means: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Efficient</a:t>
            </a:r>
            <a:r>
              <a:rPr lang="en-GB" dirty="0"/>
              <a:t>: Fast execution, smart memory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Readable</a:t>
            </a:r>
            <a:r>
              <a:rPr lang="en-GB" dirty="0"/>
              <a:t>: Clear variable names, logical structure, meaningful comments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Reproducible</a:t>
            </a:r>
            <a:r>
              <a:rPr lang="en-GB" dirty="0"/>
              <a:t>: Others can understand and run your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Robust</a:t>
            </a:r>
            <a:r>
              <a:rPr lang="en-GB" dirty="0"/>
              <a:t>: Handles errors and edge cases appropriately</a:t>
            </a:r>
          </a:p>
          <a:p>
            <a:endParaRPr lang="en-GB" dirty="0"/>
          </a:p>
          <a:p>
            <a:r>
              <a:rPr lang="en-GB" b="1" dirty="0"/>
              <a:t>Why it matters:</a:t>
            </a:r>
            <a:r>
              <a:rPr lang="en-GB" dirty="0"/>
              <a:t> Professional data science requires code that others can review, modify, and trust.</a:t>
            </a:r>
          </a:p>
          <a:p>
            <a:r>
              <a:rPr lang="en-GB" b="1" dirty="0"/>
              <a:t>Evaluation:</a:t>
            </a:r>
            <a:r>
              <a:rPr lang="en-GB" dirty="0"/>
              <a:t> Your assignments will be graded on both correctness AND code quality</a:t>
            </a:r>
          </a:p>
          <a:p>
            <a:endParaRPr lang="en-US" dirty="0"/>
          </a:p>
        </p:txBody>
      </p:sp>
      <p:pic>
        <p:nvPicPr>
          <p:cNvPr id="2050" name="Picture 2" descr="How to Build an AI Agent with Claude.ai | Osher Digital">
            <a:extLst>
              <a:ext uri="{FF2B5EF4-FFF2-40B4-BE49-F238E27FC236}">
                <a16:creationId xmlns:a16="http://schemas.microsoft.com/office/drawing/2014/main" id="{2450725E-514A-4465-951F-745943CA2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951" y="4614199"/>
            <a:ext cx="2840876" cy="212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e donde saca la Información El Chat GPT">
            <a:extLst>
              <a:ext uri="{FF2B5EF4-FFF2-40B4-BE49-F238E27FC236}">
                <a16:creationId xmlns:a16="http://schemas.microsoft.com/office/drawing/2014/main" id="{5814213A-738D-4E96-BB50-B2902F31A0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5" r="24661" b="14076"/>
          <a:stretch/>
        </p:blipFill>
        <p:spPr bwMode="auto">
          <a:xfrm>
            <a:off x="4960189" y="4931365"/>
            <a:ext cx="1596048" cy="145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oogle Gemini">
            <a:extLst>
              <a:ext uri="{FF2B5EF4-FFF2-40B4-BE49-F238E27FC236}">
                <a16:creationId xmlns:a16="http://schemas.microsoft.com/office/drawing/2014/main" id="{44A4CF9F-2F12-495A-AEF2-2C384FD9E5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4" t="25265" r="18314" b="23557"/>
          <a:stretch/>
        </p:blipFill>
        <p:spPr bwMode="auto">
          <a:xfrm>
            <a:off x="6938493" y="5016554"/>
            <a:ext cx="2378577" cy="117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528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24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Basic steps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pic>
        <p:nvPicPr>
          <p:cNvPr id="3074" name="Picture 2" descr="A diagram displaying the data science cycle: Import -&gt; Tidy -&gt; Understand  (which has the phases Transform -&gt; Visualize -&gt; Model in a cycle) -&gt;  Communicate. Surrounding all of these is Program. ">
            <a:extLst>
              <a:ext uri="{FF2B5EF4-FFF2-40B4-BE49-F238E27FC236}">
                <a16:creationId xmlns:a16="http://schemas.microsoft.com/office/drawing/2014/main" id="{49264589-D845-43EE-AC6D-0F672C8A1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58" y="1000681"/>
            <a:ext cx="9868619" cy="333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F1D349F-9C4C-4193-80DB-2DA8EDF93509}"/>
              </a:ext>
            </a:extLst>
          </p:cNvPr>
          <p:cNvSpPr/>
          <p:nvPr/>
        </p:nvSpPr>
        <p:spPr>
          <a:xfrm>
            <a:off x="0" y="6581001"/>
            <a:ext cx="22429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https://r4ds.hadley.nz/intro.html</a:t>
            </a:r>
          </a:p>
        </p:txBody>
      </p:sp>
    </p:spTree>
    <p:extLst>
      <p:ext uri="{BB962C8B-B14F-4D97-AF65-F5344CB8AC3E}">
        <p14:creationId xmlns:p14="http://schemas.microsoft.com/office/powerpoint/2010/main" val="1479958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25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Basic steps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894AD4D-3E7B-40BA-9260-C791D0C2C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5599267"/>
              </p:ext>
            </p:extLst>
          </p:nvPr>
        </p:nvGraphicFramePr>
        <p:xfrm>
          <a:off x="4326626" y="-980047"/>
          <a:ext cx="6956726" cy="3119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192945AC-116B-4DB8-B07E-4C6563F4BD8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9980" r="41667" b="17392"/>
          <a:stretch/>
        </p:blipFill>
        <p:spPr>
          <a:xfrm>
            <a:off x="307570" y="1554832"/>
            <a:ext cx="3575453" cy="2502818"/>
          </a:xfrm>
          <a:prstGeom prst="rect">
            <a:avLst/>
          </a:prstGeom>
        </p:spPr>
      </p:pic>
      <p:pic>
        <p:nvPicPr>
          <p:cNvPr id="4098" name="Picture 2" descr="Aeropuerto de Heathrow">
            <a:extLst>
              <a:ext uri="{FF2B5EF4-FFF2-40B4-BE49-F238E27FC236}">
                <a16:creationId xmlns:a16="http://schemas.microsoft.com/office/drawing/2014/main" id="{565F823B-86B5-42EE-908B-E403DF212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940" y="1405709"/>
            <a:ext cx="4731440" cy="2309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E0E654E-B7E0-46E0-847E-2C4E4824DCF6}"/>
              </a:ext>
            </a:extLst>
          </p:cNvPr>
          <p:cNvSpPr txBox="1"/>
          <p:nvPr/>
        </p:nvSpPr>
        <p:spPr>
          <a:xfrm>
            <a:off x="77422" y="4142581"/>
            <a:ext cx="64959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Data1 -&gt; casos_tecnica_provincia.csv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Data2 -&gt; casos_tecnica_ccaa.csv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Data3 -&gt; casos_hosp_uci_def_sexo_edad_provres.csv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1E567C-1C1A-4F1A-843A-381861BFDB6E}"/>
              </a:ext>
            </a:extLst>
          </p:cNvPr>
          <p:cNvSpPr txBox="1"/>
          <p:nvPr/>
        </p:nvSpPr>
        <p:spPr>
          <a:xfrm>
            <a:off x="5727940" y="3871764"/>
            <a:ext cx="649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Data4 -&gt; aeropuertos_2020.json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Data5 -&gt; </a:t>
            </a:r>
            <a:r>
              <a:rPr lang="en-US" dirty="0" err="1"/>
              <a:t>airlines_delays.json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36816F-2F58-4753-82D5-9ECCA91010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9697" y="4958394"/>
            <a:ext cx="2466975" cy="184785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7489CD2-A2AF-41EF-8A75-9EBA16F25CE5}"/>
              </a:ext>
            </a:extLst>
          </p:cNvPr>
          <p:cNvSpPr txBox="1"/>
          <p:nvPr/>
        </p:nvSpPr>
        <p:spPr>
          <a:xfrm>
            <a:off x="8265444" y="5465976"/>
            <a:ext cx="2900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Data6 -&gt; student-mat.csv</a:t>
            </a:r>
          </a:p>
        </p:txBody>
      </p:sp>
    </p:spTree>
    <p:extLst>
      <p:ext uri="{BB962C8B-B14F-4D97-AF65-F5344CB8AC3E}">
        <p14:creationId xmlns:p14="http://schemas.microsoft.com/office/powerpoint/2010/main" val="2388177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07A03-58E0-3BB3-4215-2988BE7C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4CD608-6BA6-784F-3C61-424948336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26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15173D46-DEAD-0143-2C52-B608589953AA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8C7E7D60-346B-825B-E105-6B87EC6FB8CA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Basic steps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632DFEA-C502-1850-681A-DD0EEF44F6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AFAFC2D-5484-7D02-E90F-C1E96248B2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988156"/>
              </p:ext>
            </p:extLst>
          </p:nvPr>
        </p:nvGraphicFramePr>
        <p:xfrm>
          <a:off x="4326626" y="-980047"/>
          <a:ext cx="6956726" cy="3119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9FBF0C1-4F5B-4DBE-989A-3DC3E37319E4}"/>
              </a:ext>
            </a:extLst>
          </p:cNvPr>
          <p:cNvSpPr txBox="1"/>
          <p:nvPr/>
        </p:nvSpPr>
        <p:spPr>
          <a:xfrm>
            <a:off x="307570" y="1219200"/>
            <a:ext cx="970597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#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casos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provincia</a:t>
            </a:r>
            <a:r>
              <a:rPr lang="en-US" sz="2000" dirty="0"/>
              <a:t>, </a:t>
            </a:r>
            <a:r>
              <a:rPr lang="en-US" sz="2000" dirty="0" err="1"/>
              <a:t>fecha</a:t>
            </a:r>
            <a:r>
              <a:rPr lang="en-US" sz="2000" dirty="0"/>
              <a:t> y </a:t>
            </a:r>
            <a:r>
              <a:rPr lang="en-US" sz="2000" dirty="0" err="1"/>
              <a:t>tipo</a:t>
            </a:r>
            <a:r>
              <a:rPr lang="en-US" sz="2000" dirty="0"/>
              <a:t> de </a:t>
            </a:r>
            <a:r>
              <a:rPr lang="en-US" sz="2000" dirty="0" err="1"/>
              <a:t>detección</a:t>
            </a:r>
            <a:endParaRPr lang="en-US" sz="2000" dirty="0"/>
          </a:p>
          <a:p>
            <a:r>
              <a:rPr lang="en-US" sz="2000" dirty="0"/>
              <a:t>data1 &lt;- </a:t>
            </a:r>
            <a:r>
              <a:rPr lang="en-US" sz="2000" dirty="0" err="1">
                <a:highlight>
                  <a:srgbClr val="FFFF00"/>
                </a:highlight>
              </a:rPr>
              <a:t>read.csv</a:t>
            </a:r>
            <a:r>
              <a:rPr lang="en-US" sz="2000" dirty="0"/>
              <a:t>('data/</a:t>
            </a:r>
            <a:r>
              <a:rPr lang="en-US" sz="2000" dirty="0" err="1"/>
              <a:t>casos_tecnica_provincia.csv</a:t>
            </a:r>
            <a:r>
              <a:rPr lang="en-US" sz="2000" dirty="0"/>
              <a:t>', </a:t>
            </a:r>
          </a:p>
          <a:p>
            <a:r>
              <a:rPr lang="en-US" sz="2000" dirty="0"/>
              <a:t>                  </a:t>
            </a:r>
            <a:r>
              <a:rPr lang="en-US" sz="2000" dirty="0">
                <a:highlight>
                  <a:srgbClr val="FFFF00"/>
                </a:highlight>
              </a:rPr>
              <a:t>header = T, </a:t>
            </a:r>
            <a:r>
              <a:rPr lang="en-US" sz="2000" dirty="0" err="1">
                <a:highlight>
                  <a:srgbClr val="FFFF00"/>
                </a:highlight>
              </a:rPr>
              <a:t>sep</a:t>
            </a:r>
            <a:r>
              <a:rPr lang="en-US" sz="2000" dirty="0">
                <a:highlight>
                  <a:srgbClr val="FFFF00"/>
                </a:highlight>
              </a:rPr>
              <a:t> = ',', </a:t>
            </a:r>
            <a:r>
              <a:rPr lang="en-US" sz="2000" dirty="0" err="1">
                <a:highlight>
                  <a:srgbClr val="FFFF00"/>
                </a:highlight>
              </a:rPr>
              <a:t>stringsAsFactors</a:t>
            </a:r>
            <a:r>
              <a:rPr lang="en-US" sz="2000" dirty="0">
                <a:highlight>
                  <a:srgbClr val="FFFF00"/>
                </a:highlight>
              </a:rPr>
              <a:t> = </a:t>
            </a:r>
            <a:r>
              <a:rPr lang="en-US" sz="2000" dirty="0" err="1">
                <a:highlight>
                  <a:srgbClr val="FFFF00"/>
                </a:highlight>
              </a:rPr>
              <a:t>F,check.names</a:t>
            </a:r>
            <a:r>
              <a:rPr lang="en-US" sz="2000" dirty="0">
                <a:highlight>
                  <a:srgbClr val="FFFF00"/>
                </a:highlight>
              </a:rPr>
              <a:t> = F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data3 &lt;- </a:t>
            </a:r>
            <a:r>
              <a:rPr lang="en-US" sz="2000" dirty="0" err="1">
                <a:highlight>
                  <a:srgbClr val="00FF00"/>
                </a:highlight>
              </a:rPr>
              <a:t>data.table</a:t>
            </a:r>
            <a:r>
              <a:rPr lang="en-US" sz="2000" dirty="0">
                <a:highlight>
                  <a:srgbClr val="00FF00"/>
                </a:highlight>
              </a:rPr>
              <a:t>::</a:t>
            </a:r>
            <a:r>
              <a:rPr lang="en-US" sz="2000" dirty="0" err="1">
                <a:highlight>
                  <a:srgbClr val="00FF00"/>
                </a:highlight>
              </a:rPr>
              <a:t>fread</a:t>
            </a:r>
            <a:r>
              <a:rPr lang="en-US" sz="2000" dirty="0"/>
              <a:t>('data/</a:t>
            </a:r>
            <a:r>
              <a:rPr lang="en-US" sz="2000" dirty="0" err="1"/>
              <a:t>casos_hosp_uci_def_sexo_edad_provres.csv</a:t>
            </a:r>
            <a:r>
              <a:rPr lang="en-US" sz="2000" dirty="0"/>
              <a:t>', </a:t>
            </a:r>
          </a:p>
          <a:p>
            <a:r>
              <a:rPr lang="en-US" sz="2000" dirty="0"/>
              <a:t>                  header = T, </a:t>
            </a:r>
            <a:r>
              <a:rPr lang="en-US" sz="2000" dirty="0" err="1"/>
              <a:t>sep</a:t>
            </a:r>
            <a:r>
              <a:rPr lang="en-US" sz="2000" dirty="0"/>
              <a:t> = ',',</a:t>
            </a:r>
          </a:p>
          <a:p>
            <a:r>
              <a:rPr lang="en-US" sz="2000" dirty="0"/>
              <a:t>                  </a:t>
            </a:r>
            <a:r>
              <a:rPr lang="en-US" sz="2000" dirty="0" err="1"/>
              <a:t>stringsAsFactors</a:t>
            </a:r>
            <a:r>
              <a:rPr lang="en-US" sz="2000" dirty="0"/>
              <a:t> = F, </a:t>
            </a:r>
            <a:r>
              <a:rPr lang="en-US" sz="2000" dirty="0" err="1"/>
              <a:t>check.names</a:t>
            </a:r>
            <a:r>
              <a:rPr lang="en-US" sz="2000" dirty="0"/>
              <a:t> = F)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df</a:t>
            </a:r>
            <a:r>
              <a:rPr lang="en-US" sz="2000" dirty="0"/>
              <a:t> &lt;- </a:t>
            </a:r>
            <a:r>
              <a:rPr lang="en-US" sz="2000" dirty="0" err="1">
                <a:highlight>
                  <a:srgbClr val="00FFFF"/>
                </a:highlight>
              </a:rPr>
              <a:t>read_csv</a:t>
            </a:r>
            <a:r>
              <a:rPr lang="en-US" sz="2000" dirty="0"/>
              <a:t>( </a:t>
            </a:r>
            <a:r>
              <a:rPr lang="en-US" sz="2000" dirty="0" err="1"/>
              <a:t>simple_csv</a:t>
            </a:r>
            <a:r>
              <a:rPr lang="en-US" sz="2000" dirty="0"/>
              <a:t>, </a:t>
            </a:r>
            <a:r>
              <a:rPr lang="en-US" sz="2000" dirty="0" err="1">
                <a:highlight>
                  <a:srgbClr val="00FFFF"/>
                </a:highlight>
              </a:rPr>
              <a:t>col_types</a:t>
            </a:r>
            <a:r>
              <a:rPr lang="en-US" sz="2000" dirty="0">
                <a:highlight>
                  <a:srgbClr val="00FFFF"/>
                </a:highlight>
              </a:rPr>
              <a:t> = list(x = </a:t>
            </a:r>
            <a:r>
              <a:rPr lang="en-US" sz="2000" dirty="0" err="1">
                <a:highlight>
                  <a:srgbClr val="00FFFF"/>
                </a:highlight>
              </a:rPr>
              <a:t>col_double</a:t>
            </a:r>
            <a:r>
              <a:rPr lang="en-US" sz="2000" dirty="0">
                <a:highlight>
                  <a:srgbClr val="00FFFF"/>
                </a:highlight>
              </a:rPr>
              <a:t>()) 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myData1 &lt;- </a:t>
            </a:r>
            <a:r>
              <a:rPr lang="en-US" sz="2000" dirty="0" err="1">
                <a:highlight>
                  <a:srgbClr val="FF00FF"/>
                </a:highlight>
              </a:rPr>
              <a:t>fromJSON</a:t>
            </a:r>
            <a:r>
              <a:rPr lang="en-US" sz="2000" dirty="0"/>
              <a:t>('./data/aeropuertos_2020.json')</a:t>
            </a:r>
          </a:p>
          <a:p>
            <a:r>
              <a:rPr lang="en-US" sz="2000" dirty="0"/>
              <a:t>output_dataframe1 &lt;- </a:t>
            </a:r>
            <a:r>
              <a:rPr lang="en-US" sz="2000" dirty="0" err="1">
                <a:highlight>
                  <a:srgbClr val="FF00FF"/>
                </a:highlight>
              </a:rPr>
              <a:t>as.data.frame</a:t>
            </a:r>
            <a:r>
              <a:rPr lang="en-US" sz="2000" dirty="0"/>
              <a:t>(myData1$features)</a:t>
            </a:r>
          </a:p>
          <a:p>
            <a:r>
              <a:rPr lang="en-US" sz="2000" dirty="0"/>
              <a:t>data4 &lt;- output_dataframe1$properties</a:t>
            </a:r>
          </a:p>
          <a:p>
            <a:endParaRPr lang="en-US" sz="2000" dirty="0"/>
          </a:p>
        </p:txBody>
      </p:sp>
      <p:pic>
        <p:nvPicPr>
          <p:cNvPr id="1026" name="Picture 2" descr="Importing Data Into R - Easy Guides - Wiki - STHDA">
            <a:extLst>
              <a:ext uri="{FF2B5EF4-FFF2-40B4-BE49-F238E27FC236}">
                <a16:creationId xmlns:a16="http://schemas.microsoft.com/office/drawing/2014/main" id="{73B9FAEB-257E-B2C3-1D3A-8BF4EC5CA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387" y="3542179"/>
            <a:ext cx="3910288" cy="272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0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27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Basic steps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894AD4D-3E7B-40BA-9260-C791D0C2C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81577"/>
              </p:ext>
            </p:extLst>
          </p:nvPr>
        </p:nvGraphicFramePr>
        <p:xfrm>
          <a:off x="4326626" y="-980047"/>
          <a:ext cx="6956726" cy="3119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FD9EF40-D01C-B43E-E69E-8130B09910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5065" y="1117612"/>
            <a:ext cx="9296235" cy="2650359"/>
          </a:xfrm>
          <a:prstGeom prst="rect">
            <a:avLst/>
          </a:prstGeom>
        </p:spPr>
      </p:pic>
      <p:pic>
        <p:nvPicPr>
          <p:cNvPr id="2050" name="Picture 2" descr="A diagram showing how `pivot_longer()` transforms a simple dataset, using color to highlight how the values in the `id` column (&quot;A&quot;, &quot;B&quot;, &quot;C&quot;) are each repeated twice in the output because there are two columns being pivoted (&quot;bp1&quot; and &quot;bp2&quot;).">
            <a:extLst>
              <a:ext uri="{FF2B5EF4-FFF2-40B4-BE49-F238E27FC236}">
                <a16:creationId xmlns:a16="http://schemas.microsoft.com/office/drawing/2014/main" id="{6C84BEAF-A299-12D6-AD9B-20AFFD44B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65" y="4220247"/>
            <a:ext cx="4105275" cy="1969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42E1DA-944B-9B77-A582-3C356E3C173B}"/>
              </a:ext>
            </a:extLst>
          </p:cNvPr>
          <p:cNvSpPr txBox="1"/>
          <p:nvPr/>
        </p:nvSpPr>
        <p:spPr>
          <a:xfrm>
            <a:off x="0" y="6583918"/>
            <a:ext cx="24931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https://r4ds.hadley.nz/data-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tidy.html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860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28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Basic steps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894AD4D-3E7B-40BA-9260-C791D0C2CFD3}"/>
              </a:ext>
            </a:extLst>
          </p:cNvPr>
          <p:cNvGraphicFramePr/>
          <p:nvPr>
            <p:extLst/>
          </p:nvPr>
        </p:nvGraphicFramePr>
        <p:xfrm>
          <a:off x="4326626" y="-980047"/>
          <a:ext cx="6956726" cy="3119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742E1DA-944B-9B77-A582-3C356E3C173B}"/>
              </a:ext>
            </a:extLst>
          </p:cNvPr>
          <p:cNvSpPr txBox="1"/>
          <p:nvPr/>
        </p:nvSpPr>
        <p:spPr>
          <a:xfrm>
            <a:off x="0" y="6583918"/>
            <a:ext cx="24931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https://r4ds.hadley.nz/data-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tidy.html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7DB3D5-52B9-471C-A7CF-EB1CC8DCABD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26949"/>
          <a:stretch/>
        </p:blipFill>
        <p:spPr>
          <a:xfrm>
            <a:off x="5017061" y="1514629"/>
            <a:ext cx="6533709" cy="155257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CE48BDD-143A-48D6-BE90-31B4DDE145BD}"/>
              </a:ext>
            </a:extLst>
          </p:cNvPr>
          <p:cNvSpPr/>
          <p:nvPr/>
        </p:nvSpPr>
        <p:spPr>
          <a:xfrm>
            <a:off x="192656" y="2139040"/>
            <a:ext cx="6096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_tradnl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dim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billboard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_tradnl" sz="1400" dirty="0">
                <a:solidFill>
                  <a:srgbClr val="795E26"/>
                </a:solidFill>
                <a:latin typeface="Consolas" panose="020B0609020204030204" pitchFamily="49" charset="0"/>
              </a:rPr>
              <a:t>head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billboard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s-ES_tradnl" sz="1400" dirty="0">
                <a:solidFill>
                  <a:srgbClr val="008000"/>
                </a:solidFill>
                <a:latin typeface="Consolas" panose="020B0609020204030204" pitchFamily="49" charset="0"/>
              </a:rPr>
              <a:t>#en este caso, hay dos variables que son:</a:t>
            </a:r>
            <a:endParaRPr lang="es-ES_tradnl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400" dirty="0">
                <a:solidFill>
                  <a:srgbClr val="008000"/>
                </a:solidFill>
                <a:latin typeface="Consolas" panose="020B0609020204030204" pitchFamily="49" charset="0"/>
              </a:rPr>
              <a:t># semana</a:t>
            </a:r>
            <a:endParaRPr lang="es-ES_tradnl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400" dirty="0">
                <a:solidFill>
                  <a:srgbClr val="008000"/>
                </a:solidFill>
                <a:latin typeface="Consolas" panose="020B0609020204030204" pitchFamily="49" charset="0"/>
              </a:rPr>
              <a:t># valor</a:t>
            </a:r>
            <a:endParaRPr lang="es-ES_tradnl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400" dirty="0">
                <a:solidFill>
                  <a:srgbClr val="008000"/>
                </a:solidFill>
                <a:latin typeface="Consolas" panose="020B0609020204030204" pitchFamily="49" charset="0"/>
              </a:rPr>
              <a:t>#estos dos valores no están en el formato que queremos</a:t>
            </a:r>
            <a:endParaRPr lang="es-ES_tradnl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billboard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billboard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%&gt;%</a:t>
            </a:r>
            <a:endParaRPr lang="es-ES_tradnl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pivot_longer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s-ES_tradnl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cols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starts_with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_tradnl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wk</a:t>
            </a:r>
            <a:r>
              <a:rPr lang="es-ES_tradnl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), </a:t>
            </a:r>
          </a:p>
          <a:p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s-ES_tradnl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names_to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_tradnl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week</a:t>
            </a:r>
            <a:r>
              <a:rPr lang="es-ES_tradnl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s-ES_tradnl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values_to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_tradnl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rank</a:t>
            </a:r>
            <a:r>
              <a:rPr lang="es-ES_tradnl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s-ES_tradnl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  )</a:t>
            </a:r>
          </a:p>
          <a:p>
            <a:r>
              <a:rPr lang="es-ES_tradnl" sz="1400" dirty="0">
                <a:solidFill>
                  <a:srgbClr val="795E26"/>
                </a:solidFill>
                <a:latin typeface="Consolas" panose="020B0609020204030204" pitchFamily="49" charset="0"/>
              </a:rPr>
              <a:t>head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billboard</a:t>
            </a:r>
            <a:r>
              <a:rPr lang="es-ES_tradnl" sz="14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endParaRPr lang="es-ES_tradnl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C409EA4-DD9D-44E4-85BF-CBDE620CB8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3701" y="4220250"/>
            <a:ext cx="5362575" cy="1581150"/>
          </a:xfrm>
          <a:prstGeom prst="rect">
            <a:avLst/>
          </a:prstGeom>
        </p:spPr>
      </p:pic>
      <p:pic>
        <p:nvPicPr>
          <p:cNvPr id="11" name="Picture 6" descr="Image result for Rstudio logo">
            <a:extLst>
              <a:ext uri="{FF2B5EF4-FFF2-40B4-BE49-F238E27FC236}">
                <a16:creationId xmlns:a16="http://schemas.microsoft.com/office/drawing/2014/main" id="{2807A0BB-C48F-4ABA-A9D7-DD2B4FA6AF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/>
          <a:srcRect r="63019"/>
          <a:stretch/>
        </p:blipFill>
        <p:spPr bwMode="auto">
          <a:xfrm>
            <a:off x="2955500" y="5046011"/>
            <a:ext cx="1620329" cy="15379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6994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29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Basic steps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894AD4D-3E7B-40BA-9260-C791D0C2CFD3}"/>
              </a:ext>
            </a:extLst>
          </p:cNvPr>
          <p:cNvGraphicFramePr/>
          <p:nvPr>
            <p:extLst/>
          </p:nvPr>
        </p:nvGraphicFramePr>
        <p:xfrm>
          <a:off x="4326626" y="-980047"/>
          <a:ext cx="6956726" cy="3119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742E1DA-944B-9B77-A582-3C356E3C173B}"/>
              </a:ext>
            </a:extLst>
          </p:cNvPr>
          <p:cNvSpPr txBox="1"/>
          <p:nvPr/>
        </p:nvSpPr>
        <p:spPr>
          <a:xfrm>
            <a:off x="0" y="6583918"/>
            <a:ext cx="24931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https://r4ds.hadley.nz/data-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tidy.html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4B4651A-7B87-4EF4-9EDF-5A109C3E2A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570" y="1168026"/>
            <a:ext cx="5086350" cy="24574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4BF34FB-AB2D-422F-A53B-3AFF092B6C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460" y="3782035"/>
            <a:ext cx="5314950" cy="24193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E34EAFF-D13D-4661-9407-A8172AD637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3346" y="1448953"/>
            <a:ext cx="4848225" cy="1933575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D2B50E09-95F4-484E-A2AD-131F04B944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3720" y="4251984"/>
            <a:ext cx="5086350" cy="145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645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D4A0B-72BB-4372-FB31-1D7B50CE4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9504CA-764F-DDC7-FE49-0982A07E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30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D189432A-B041-F070-0042-92B857341E53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B869050D-7F31-E8DB-813A-593313E6668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Type of Data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FCF0B84-30FD-0BFA-C98C-A94E57C6AB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B5553A-5686-D0F4-EF06-BB9E89AD1AD7}"/>
              </a:ext>
            </a:extLst>
          </p:cNvPr>
          <p:cNvSpPr txBox="1"/>
          <p:nvPr/>
        </p:nvSpPr>
        <p:spPr>
          <a:xfrm>
            <a:off x="307570" y="969088"/>
            <a:ext cx="77128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Structured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Numerical: </a:t>
            </a:r>
            <a:r>
              <a:rPr lang="en-GB" dirty="0"/>
              <a:t>Integers, decimals, percentages, financial metrics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Categorical: </a:t>
            </a:r>
            <a:r>
              <a:rPr lang="en-GB" dirty="0"/>
              <a:t>Variables with defined categories (gender, country, product type)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Ordinal: </a:t>
            </a:r>
            <a:r>
              <a:rPr lang="en-GB" dirty="0"/>
              <a:t>Categories with specific order (ratings, satisfaction levels)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Temporal: </a:t>
            </a:r>
            <a:r>
              <a:rPr lang="en-GB" dirty="0"/>
              <a:t>Dates, times, time series, seasonal data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B861EA-FCA8-0E1D-5585-57C29DB10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26" y="2750168"/>
            <a:ext cx="9757988" cy="31387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A21BF88-5DE1-26EB-C8F5-76036F6BACB7}"/>
                  </a:ext>
                </a:extLst>
              </p14:cNvPr>
              <p14:cNvContentPartPr/>
              <p14:nvPr/>
            </p14:nvContentPartPr>
            <p14:xfrm>
              <a:off x="750900" y="1436565"/>
              <a:ext cx="81252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A21BF88-5DE1-26EB-C8F5-76036F6BACB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8900" y="1292925"/>
                <a:ext cx="9561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52F29E7-B1F9-2D7E-0B44-C1CDFE3D25AD}"/>
                  </a:ext>
                </a:extLst>
              </p14:cNvPr>
              <p14:cNvContentPartPr/>
              <p14:nvPr/>
            </p14:nvContentPartPr>
            <p14:xfrm>
              <a:off x="2511660" y="2898165"/>
              <a:ext cx="2653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52F29E7-B1F9-2D7E-0B44-C1CDFE3D25A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39660" y="2754165"/>
                <a:ext cx="4089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D80135D-0634-9F30-9A19-674DC261CB00}"/>
                  </a:ext>
                </a:extLst>
              </p14:cNvPr>
              <p14:cNvContentPartPr/>
              <p14:nvPr/>
            </p14:nvContentPartPr>
            <p14:xfrm>
              <a:off x="733980" y="1685325"/>
              <a:ext cx="932040" cy="21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D80135D-0634-9F30-9A19-674DC261CB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9980" y="1577685"/>
                <a:ext cx="10396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D8222E0-DA02-D38A-1EC0-E0B7673C8907}"/>
                  </a:ext>
                </a:extLst>
              </p14:cNvPr>
              <p14:cNvContentPartPr/>
              <p14:nvPr/>
            </p14:nvContentPartPr>
            <p14:xfrm>
              <a:off x="9029460" y="2880165"/>
              <a:ext cx="535320" cy="14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D8222E0-DA02-D38A-1EC0-E0B7673C890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75820" y="2772525"/>
                <a:ext cx="6429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80683F4-B94D-B9C9-B46C-DFE9618E1258}"/>
                  </a:ext>
                </a:extLst>
              </p14:cNvPr>
              <p14:cNvContentPartPr/>
              <p14:nvPr/>
            </p14:nvContentPartPr>
            <p14:xfrm>
              <a:off x="736860" y="1989165"/>
              <a:ext cx="589320" cy="2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80683F4-B94D-B9C9-B46C-DFE9618E125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2860" y="1881165"/>
                <a:ext cx="69696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E44FF20-BBC1-EE33-7045-43A2415125CB}"/>
                  </a:ext>
                </a:extLst>
              </p14:cNvPr>
              <p14:cNvContentPartPr/>
              <p14:nvPr/>
            </p14:nvContentPartPr>
            <p14:xfrm>
              <a:off x="9928380" y="2894565"/>
              <a:ext cx="616320" cy="10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E44FF20-BBC1-EE33-7045-43A2415125C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874740" y="2786925"/>
                <a:ext cx="723960" cy="2260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7983002-C1C9-5722-B7D6-9397B5357AFF}"/>
              </a:ext>
            </a:extLst>
          </p:cNvPr>
          <p:cNvSpPr txBox="1"/>
          <p:nvPr/>
        </p:nvSpPr>
        <p:spPr>
          <a:xfrm>
            <a:off x="8334375" y="969088"/>
            <a:ext cx="2952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Unstructured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Video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740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31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Basic steps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894AD4D-3E7B-40BA-9260-C791D0C2CFD3}"/>
              </a:ext>
            </a:extLst>
          </p:cNvPr>
          <p:cNvGraphicFramePr/>
          <p:nvPr>
            <p:extLst/>
          </p:nvPr>
        </p:nvGraphicFramePr>
        <p:xfrm>
          <a:off x="4326626" y="-980047"/>
          <a:ext cx="6956726" cy="3119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742E1DA-944B-9B77-A582-3C356E3C173B}"/>
              </a:ext>
            </a:extLst>
          </p:cNvPr>
          <p:cNvSpPr txBox="1"/>
          <p:nvPr/>
        </p:nvSpPr>
        <p:spPr>
          <a:xfrm>
            <a:off x="0" y="6583918"/>
            <a:ext cx="24931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https://r4ds.hadley.nz/data-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tidy.html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60BDC90-B6B4-4363-887C-01EA7BD354A1}"/>
              </a:ext>
            </a:extLst>
          </p:cNvPr>
          <p:cNvSpPr txBox="1"/>
          <p:nvPr/>
        </p:nvSpPr>
        <p:spPr>
          <a:xfrm>
            <a:off x="1439934" y="1819455"/>
            <a:ext cx="2493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arrange()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distinct()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count()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E6250B4-D0DB-43BC-B0B9-FEBA50B02AC8}"/>
              </a:ext>
            </a:extLst>
          </p:cNvPr>
          <p:cNvSpPr txBox="1"/>
          <p:nvPr/>
        </p:nvSpPr>
        <p:spPr>
          <a:xfrm>
            <a:off x="5164696" y="1819455"/>
            <a:ext cx="2493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mutate()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rename()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relocate()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D11A233-56EB-4B3C-9376-195EED4A792D}"/>
              </a:ext>
            </a:extLst>
          </p:cNvPr>
          <p:cNvSpPr txBox="1"/>
          <p:nvPr/>
        </p:nvSpPr>
        <p:spPr>
          <a:xfrm>
            <a:off x="8889459" y="2096454"/>
            <a:ext cx="2493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group_by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summarise</a:t>
            </a:r>
            <a:r>
              <a:rPr lang="en-US" dirty="0"/>
              <a:t>()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D4C8D8C-1245-4005-9B25-E2F9A47BB6AE}"/>
              </a:ext>
            </a:extLst>
          </p:cNvPr>
          <p:cNvSpPr txBox="1"/>
          <p:nvPr/>
        </p:nvSpPr>
        <p:spPr>
          <a:xfrm>
            <a:off x="431321" y="223495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rows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D1034D6-EB61-43B5-819E-D9C164352244}"/>
              </a:ext>
            </a:extLst>
          </p:cNvPr>
          <p:cNvSpPr txBox="1"/>
          <p:nvPr/>
        </p:nvSpPr>
        <p:spPr>
          <a:xfrm>
            <a:off x="3839019" y="2234953"/>
            <a:ext cx="123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columns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102B074-9A37-44F7-990B-2BC95E6B710C}"/>
              </a:ext>
            </a:extLst>
          </p:cNvPr>
          <p:cNvSpPr txBox="1"/>
          <p:nvPr/>
        </p:nvSpPr>
        <p:spPr>
          <a:xfrm>
            <a:off x="7563781" y="2234953"/>
            <a:ext cx="123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groups</a:t>
            </a: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53752CE1-C3FA-4E9D-BD96-852C7498575E}"/>
              </a:ext>
            </a:extLst>
          </p:cNvPr>
          <p:cNvSpPr/>
          <p:nvPr/>
        </p:nvSpPr>
        <p:spPr>
          <a:xfrm>
            <a:off x="1251623" y="1819455"/>
            <a:ext cx="282409" cy="12003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brir llave 17">
            <a:extLst>
              <a:ext uri="{FF2B5EF4-FFF2-40B4-BE49-F238E27FC236}">
                <a16:creationId xmlns:a16="http://schemas.microsoft.com/office/drawing/2014/main" id="{EB8A41DC-EEF9-4344-9917-DDBC9CB3DB00}"/>
              </a:ext>
            </a:extLst>
          </p:cNvPr>
          <p:cNvSpPr/>
          <p:nvPr/>
        </p:nvSpPr>
        <p:spPr>
          <a:xfrm>
            <a:off x="4976385" y="1819455"/>
            <a:ext cx="282409" cy="12003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brir llave 18">
            <a:extLst>
              <a:ext uri="{FF2B5EF4-FFF2-40B4-BE49-F238E27FC236}">
                <a16:creationId xmlns:a16="http://schemas.microsoft.com/office/drawing/2014/main" id="{D6E78F2D-EFD0-4B9F-803E-6D7B2CB5CDDA}"/>
              </a:ext>
            </a:extLst>
          </p:cNvPr>
          <p:cNvSpPr/>
          <p:nvPr/>
        </p:nvSpPr>
        <p:spPr>
          <a:xfrm>
            <a:off x="8701147" y="2133495"/>
            <a:ext cx="282409" cy="5722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BC03130-C2BB-4DFA-84F6-9E0E51F0B196}"/>
              </a:ext>
            </a:extLst>
          </p:cNvPr>
          <p:cNvSpPr/>
          <p:nvPr/>
        </p:nvSpPr>
        <p:spPr>
          <a:xfrm>
            <a:off x="522047" y="3866632"/>
            <a:ext cx="40806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200" dirty="0">
                <a:solidFill>
                  <a:srgbClr val="008000"/>
                </a:solidFill>
                <a:latin typeface="Consolas" panose="020B0609020204030204" pitchFamily="49" charset="0"/>
              </a:rPr>
              <a:t>#¿Numero de vuelos en cada aeropuerto por año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data5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%&gt;%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count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Airport.Code,Time.Year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%&gt;%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es-ES_tradnl" sz="1200" dirty="0">
                <a:solidFill>
                  <a:srgbClr val="795E26"/>
                </a:solidFill>
                <a:latin typeface="Consolas" panose="020B0609020204030204" pitchFamily="49" charset="0"/>
              </a:rPr>
              <a:t>head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endParaRPr lang="es-ES_tradnl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E15BD80-B90A-45C0-BD47-7A3B007AB7E2}"/>
              </a:ext>
            </a:extLst>
          </p:cNvPr>
          <p:cNvSpPr/>
          <p:nvPr/>
        </p:nvSpPr>
        <p:spPr>
          <a:xfrm>
            <a:off x="6495005" y="3329675"/>
            <a:ext cx="4600479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tabla_mes_dia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data1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%&gt;%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mutate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year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year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(fecha),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month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month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(fecha),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day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day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(fecha)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    )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%&gt;%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group_by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year,month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%&gt;%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summarise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max_day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max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day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s-ES_tradnl" sz="1200" dirty="0">
                <a:solidFill>
                  <a:srgbClr val="001080"/>
                </a:solidFill>
                <a:latin typeface="Consolas" panose="020B0609020204030204" pitchFamily="49" charset="0"/>
              </a:rPr>
              <a:t>.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groups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s-ES_tradnl" sz="12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s-ES_tradnl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drop</a:t>
            </a:r>
            <a:r>
              <a:rPr lang="es-ES_tradnl" sz="12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endParaRPr lang="es-ES_tradnl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  )</a:t>
            </a:r>
          </a:p>
          <a:p>
            <a:b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s-ES_tradnl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s-ES_tradnl" sz="1200" dirty="0" err="1">
                <a:solidFill>
                  <a:srgbClr val="3B3B3B"/>
                </a:solidFill>
                <a:latin typeface="Consolas" panose="020B0609020204030204" pitchFamily="49" charset="0"/>
              </a:rPr>
              <a:t>tabla_mes_dia,</a:t>
            </a:r>
            <a:r>
              <a:rPr lang="es-ES_tradnl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s-ES_tradnl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_tradnl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Inf</a:t>
            </a:r>
            <a:r>
              <a:rPr lang="es-ES_tradnl" sz="12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es-ES_tradnl" sz="1200" dirty="0">
                <a:solidFill>
                  <a:srgbClr val="008000"/>
                </a:solidFill>
                <a:latin typeface="Consolas" panose="020B0609020204030204" pitchFamily="49" charset="0"/>
              </a:rPr>
              <a:t>#queremos ver todo</a:t>
            </a:r>
            <a:endParaRPr lang="es-ES_tradnl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1" name="Picture 6" descr="Image result for Rstudio logo">
            <a:extLst>
              <a:ext uri="{FF2B5EF4-FFF2-40B4-BE49-F238E27FC236}">
                <a16:creationId xmlns:a16="http://schemas.microsoft.com/office/drawing/2014/main" id="{D01B26F6-2C05-422C-8CBC-B91D539F7D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/>
          <a:srcRect r="63019"/>
          <a:stretch/>
        </p:blipFill>
        <p:spPr bwMode="auto">
          <a:xfrm>
            <a:off x="2955500" y="5046011"/>
            <a:ext cx="1620329" cy="15379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60961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F08A6-10FA-9348-9C67-8116C919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-7749"/>
            <a:ext cx="12192000" cy="369332"/>
          </a:xfrm>
          <a:noFill/>
          <a:ln>
            <a:noFill/>
          </a:ln>
        </p:spPr>
        <p:txBody>
          <a:bodyPr/>
          <a:lstStyle/>
          <a:p>
            <a:fld id="{D668CDBE-A386-F347-A11E-52195C47D667}" type="slidenum">
              <a:rPr lang="en-US" sz="1800" b="1" smtClean="0">
                <a:solidFill>
                  <a:sysClr val="windowText" lastClr="000000"/>
                </a:solidFill>
              </a:rPr>
              <a:t>32</a:t>
            </a:fld>
            <a:endParaRPr lang="en-US" sz="18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Connector 8">
            <a:extLst>
              <a:ext uri="{FF2B5EF4-FFF2-40B4-BE49-F238E27FC236}">
                <a16:creationId xmlns:a16="http://schemas.microsoft.com/office/drawing/2014/main" id="{707D1D1A-3BD3-9C40-A5E0-96768274FAF7}"/>
              </a:ext>
            </a:extLst>
          </p:cNvPr>
          <p:cNvCxnSpPr/>
          <p:nvPr/>
        </p:nvCxnSpPr>
        <p:spPr>
          <a:xfrm>
            <a:off x="0" y="665335"/>
            <a:ext cx="3765665" cy="0"/>
          </a:xfrm>
          <a:prstGeom prst="line">
            <a:avLst/>
          </a:prstGeom>
          <a:ln w="28575">
            <a:solidFill>
              <a:srgbClr val="0155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12D2CBB8-CDAF-684F-A9F2-5DC092116F68}"/>
              </a:ext>
            </a:extLst>
          </p:cNvPr>
          <p:cNvSpPr txBox="1"/>
          <p:nvPr/>
        </p:nvSpPr>
        <p:spPr>
          <a:xfrm>
            <a:off x="307570" y="-5278"/>
            <a:ext cx="730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tis SansSerif Std" panose="020B0502030000020204" pitchFamily="34" charset="0"/>
              </a:rPr>
              <a:t>Exercises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03ACB8-4CE4-5D49-A075-3B11B0B10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5858" y="5791905"/>
            <a:ext cx="650789" cy="818960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F0C6C88E-3DE4-4FDA-8B63-CB6558060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461" y="1254800"/>
            <a:ext cx="10371932" cy="491591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0" rIns="91440" bIns="15870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lang="en-US" altLang="en-US" sz="1600" dirty="0">
                <a:latin typeface="Arial" panose="020B0604020202020204" pitchFamily="34" charset="0"/>
              </a:rPr>
              <a:t>the nycflights13::flights data set: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In a single pipeline for each condition, find all flights that meet the condition: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Had an arrival delay of two or more hours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Flew to Houston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3A3C"/>
                </a:solidFill>
                <a:effectLst/>
                <a:latin typeface="SFMono-Regular"/>
              </a:rPr>
              <a:t>IAH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 or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3A3C"/>
                </a:solidFill>
                <a:effectLst/>
                <a:latin typeface="SFMono-Regular"/>
              </a:rPr>
              <a:t>HOU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Were operated by United, American, or Delta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Departed in summer (July, August, and September)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Arrived more than two hours late but didn’t leave late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Were delayed by at least an hour, but made up over 30 minutes in flight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Sort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3A3C"/>
                </a:solidFill>
                <a:effectLst/>
                <a:latin typeface="SFMono-Regular"/>
              </a:rPr>
              <a:t>flights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 to find the flights with the longest departure delays. Find the flights that left earliest in the morning.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Sort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3A3C"/>
                </a:solidFill>
                <a:effectLst/>
                <a:latin typeface="SFMono-Regular"/>
              </a:rPr>
              <a:t>flights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 to find the fastest flights. (Hint: Try including a math calculation inside of your function.)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Was there a flight on every day of 2013?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43A40"/>
                </a:solidFill>
                <a:effectLst/>
                <a:latin typeface="Source Sans Pro" panose="020B0503030403020204" pitchFamily="34" charset="0"/>
              </a:rPr>
              <a:t>Which flights traveled the farthest distance? Which traveled the least distance?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8759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4CA938B-B7D3-C447-B6C4-6303AF8D57E2}"/>
              </a:ext>
            </a:extLst>
          </p:cNvPr>
          <p:cNvSpPr txBox="1"/>
          <p:nvPr/>
        </p:nvSpPr>
        <p:spPr>
          <a:xfrm>
            <a:off x="1205645" y="848227"/>
            <a:ext cx="10012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Data Science</a:t>
            </a:r>
            <a:endParaRPr lang="es-ES" sz="36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0D44790-2373-8948-BF4E-0601111827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61188" y="5693057"/>
            <a:ext cx="4374431" cy="90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1446DC-BD9F-404E-8E03-417BDE97A349}"/>
              </a:ext>
            </a:extLst>
          </p:cNvPr>
          <p:cNvSpPr txBox="1">
            <a:spLocks noChangeArrowheads="1"/>
          </p:cNvSpPr>
          <p:nvPr/>
        </p:nvSpPr>
        <p:spPr>
          <a:xfrm>
            <a:off x="5252929" y="3894364"/>
            <a:ext cx="6518501" cy="2190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31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35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52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70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8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905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222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400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57500" marR="0" indent="-317500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 algn="r" hangingPunct="1">
              <a:buFontTx/>
              <a:buNone/>
            </a:pPr>
            <a:r>
              <a:rPr lang="es-ES" sz="1400" dirty="0">
                <a:solidFill>
                  <a:srgbClr val="262626"/>
                </a:solidFill>
                <a:latin typeface="Helvetica Neue Medium"/>
                <a:sym typeface="Helvetica Neue Medium"/>
              </a:rPr>
              <a:t>Dr. Juan A. Ferrer-Bonsoms		jafhernandez@tecnun.es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915FB93-FBAB-B2D4-4FE1-97A622607566}"/>
              </a:ext>
            </a:extLst>
          </p:cNvPr>
          <p:cNvSpPr txBox="1"/>
          <p:nvPr/>
        </p:nvSpPr>
        <p:spPr>
          <a:xfrm>
            <a:off x="1205644" y="2676474"/>
            <a:ext cx="10012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Introduction to Statistical Inference and R for Data Science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46897225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32527</TotalTime>
  <Words>2493</Words>
  <Application>Microsoft Office PowerPoint</Application>
  <PresentationFormat>Panorámica</PresentationFormat>
  <Paragraphs>400</Paragraphs>
  <Slides>33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Consolas</vt:lpstr>
      <vt:lpstr>Helvetica Neue Medium</vt:lpstr>
      <vt:lpstr>Rotis SansSerif Std</vt:lpstr>
      <vt:lpstr>SFMono-Regular</vt:lpstr>
      <vt:lpstr>Source Sans Pro</vt:lpstr>
      <vt:lpstr>Times New Roman</vt:lpstr>
      <vt:lpstr>Wingdings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Ferrer-Bonsoms Hernandez, Juan Angel</dc:creator>
  <cp:lastModifiedBy>Juan Angel Ferrer-Bonsoms Hernandez</cp:lastModifiedBy>
  <cp:revision>282</cp:revision>
  <dcterms:created xsi:type="dcterms:W3CDTF">2022-03-02T10:38:27Z</dcterms:created>
  <dcterms:modified xsi:type="dcterms:W3CDTF">2025-09-22T14:27:10Z</dcterms:modified>
</cp:coreProperties>
</file>