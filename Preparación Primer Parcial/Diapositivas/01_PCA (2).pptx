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8"/>
  </p:notesMasterIdLst>
  <p:sldIdLst>
    <p:sldId id="256" r:id="rId2"/>
    <p:sldId id="306" r:id="rId3"/>
    <p:sldId id="353" r:id="rId4"/>
    <p:sldId id="354" r:id="rId5"/>
    <p:sldId id="355" r:id="rId6"/>
    <p:sldId id="357" r:id="rId7"/>
    <p:sldId id="358" r:id="rId8"/>
    <p:sldId id="356" r:id="rId9"/>
    <p:sldId id="359" r:id="rId10"/>
    <p:sldId id="360" r:id="rId11"/>
    <p:sldId id="361" r:id="rId12"/>
    <p:sldId id="362" r:id="rId13"/>
    <p:sldId id="363" r:id="rId14"/>
    <p:sldId id="364" r:id="rId15"/>
    <p:sldId id="365" r:id="rId16"/>
    <p:sldId id="352" r:id="rId17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ción predeterminada" id="{D2A1B85C-64C4-E849-B028-DF2574667935}">
          <p14:sldIdLst>
            <p14:sldId id="256"/>
            <p14:sldId id="306"/>
            <p14:sldId id="353"/>
            <p14:sldId id="354"/>
            <p14:sldId id="355"/>
            <p14:sldId id="357"/>
            <p14:sldId id="358"/>
            <p14:sldId id="356"/>
            <p14:sldId id="359"/>
            <p14:sldId id="360"/>
            <p14:sldId id="361"/>
          </p14:sldIdLst>
        </p14:section>
        <p14:section name="github" id="{078794A7-525C-AF4C-AE34-337BC3E32BFB}">
          <p14:sldIdLst>
            <p14:sldId id="362"/>
            <p14:sldId id="363"/>
          </p14:sldIdLst>
        </p14:section>
        <p14:section name="Instrucciones trabajo" id="{7FC09F42-15C6-C047-91B9-0B8B3FB1437F}">
          <p14:sldIdLst>
            <p14:sldId id="364"/>
            <p14:sldId id="365"/>
            <p14:sldId id="35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7100C"/>
    <a:srgbClr val="930300"/>
    <a:srgbClr val="EC6F6C"/>
    <a:srgbClr val="A1FFFF"/>
    <a:srgbClr val="FEFFFF"/>
    <a:srgbClr val="015559"/>
    <a:srgbClr val="017307"/>
    <a:srgbClr val="934300"/>
    <a:srgbClr val="E5E51B"/>
    <a:srgbClr val="DEADB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7D78546-C880-444F-8CD5-E7186DEC6647}" v="8" dt="2023-01-30T10:53:55.051"/>
    <p1510:client id="{D2565D78-CD43-BF4E-9979-7DAFE9AC528F}" v="81" dt="2023-01-29T17:45:28.55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5781"/>
    <p:restoredTop sz="96374" autoAdjust="0"/>
  </p:normalViewPr>
  <p:slideViewPr>
    <p:cSldViewPr snapToGrid="0" snapToObjects="1">
      <p:cViewPr>
        <p:scale>
          <a:sx n="116" d="100"/>
          <a:sy n="116" d="100"/>
        </p:scale>
        <p:origin x="1248" y="56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napToObjects="1">
      <p:cViewPr varScale="1">
        <p:scale>
          <a:sx n="121" d="100"/>
          <a:sy n="121" d="100"/>
        </p:scale>
        <p:origin x="5072" y="17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errer-Bonsoms Hernandez, Juan Angel" userId="3ee72a98-c108-4a22-84cf-0fb1bff741c5" providerId="ADAL" clId="{27D78546-C880-444F-8CD5-E7186DEC6647}"/>
    <pc:docChg chg="undo custSel addSld modSld">
      <pc:chgData name="Ferrer-Bonsoms Hernandez, Juan Angel" userId="3ee72a98-c108-4a22-84cf-0fb1bff741c5" providerId="ADAL" clId="{27D78546-C880-444F-8CD5-E7186DEC6647}" dt="2023-01-30T15:31:23.481" v="2367"/>
      <pc:docMkLst>
        <pc:docMk/>
      </pc:docMkLst>
      <pc:sldChg chg="addSp modSp mod modNotesTx">
        <pc:chgData name="Ferrer-Bonsoms Hernandez, Juan Angel" userId="3ee72a98-c108-4a22-84cf-0fb1bff741c5" providerId="ADAL" clId="{27D78546-C880-444F-8CD5-E7186DEC6647}" dt="2023-01-30T11:55:48.313" v="842" actId="20577"/>
        <pc:sldMkLst>
          <pc:docMk/>
          <pc:sldMk cId="3704739434" sldId="256"/>
        </pc:sldMkLst>
        <pc:spChg chg="add mod">
          <ac:chgData name="Ferrer-Bonsoms Hernandez, Juan Angel" userId="3ee72a98-c108-4a22-84cf-0fb1bff741c5" providerId="ADAL" clId="{27D78546-C880-444F-8CD5-E7186DEC6647}" dt="2023-01-30T11:55:48.313" v="842" actId="20577"/>
          <ac:spMkLst>
            <pc:docMk/>
            <pc:sldMk cId="3704739434" sldId="256"/>
            <ac:spMk id="2" creationId="{5915FB93-FBAB-B2D4-4FE1-97A622607566}"/>
          </ac:spMkLst>
        </pc:spChg>
      </pc:sldChg>
      <pc:sldChg chg="modNotesTx">
        <pc:chgData name="Ferrer-Bonsoms Hernandez, Juan Angel" userId="3ee72a98-c108-4a22-84cf-0fb1bff741c5" providerId="ADAL" clId="{27D78546-C880-444F-8CD5-E7186DEC6647}" dt="2023-01-30T08:28:12.624" v="1" actId="20577"/>
        <pc:sldMkLst>
          <pc:docMk/>
          <pc:sldMk cId="91414043" sldId="266"/>
        </pc:sldMkLst>
      </pc:sldChg>
      <pc:sldChg chg="addSp delSp modSp mod">
        <pc:chgData name="Ferrer-Bonsoms Hernandez, Juan Angel" userId="3ee72a98-c108-4a22-84cf-0fb1bff741c5" providerId="ADAL" clId="{27D78546-C880-444F-8CD5-E7186DEC6647}" dt="2023-01-30T15:22:50.602" v="1918"/>
        <pc:sldMkLst>
          <pc:docMk/>
          <pc:sldMk cId="3327394686" sldId="273"/>
        </pc:sldMkLst>
        <pc:spChg chg="add mod">
          <ac:chgData name="Ferrer-Bonsoms Hernandez, Juan Angel" userId="3ee72a98-c108-4a22-84cf-0fb1bff741c5" providerId="ADAL" clId="{27D78546-C880-444F-8CD5-E7186DEC6647}" dt="2023-01-30T08:33:50.240" v="31"/>
          <ac:spMkLst>
            <pc:docMk/>
            <pc:sldMk cId="3327394686" sldId="273"/>
            <ac:spMk id="3" creationId="{B22987D5-A4D8-7F43-4BCB-5C1D2D40D7A8}"/>
          </ac:spMkLst>
        </pc:spChg>
        <pc:spChg chg="add del mod">
          <ac:chgData name="Ferrer-Bonsoms Hernandez, Juan Angel" userId="3ee72a98-c108-4a22-84cf-0fb1bff741c5" providerId="ADAL" clId="{27D78546-C880-444F-8CD5-E7186DEC6647}" dt="2023-01-30T15:22:44.773" v="1917" actId="478"/>
          <ac:spMkLst>
            <pc:docMk/>
            <pc:sldMk cId="3327394686" sldId="273"/>
            <ac:spMk id="14" creationId="{BC15A2A2-0597-0B19-CC29-5400D3659B1F}"/>
          </ac:spMkLst>
        </pc:spChg>
        <pc:spChg chg="mod">
          <ac:chgData name="Ferrer-Bonsoms Hernandez, Juan Angel" userId="3ee72a98-c108-4a22-84cf-0fb1bff741c5" providerId="ADAL" clId="{27D78546-C880-444F-8CD5-E7186DEC6647}" dt="2023-01-30T08:33:13.251" v="28" actId="20577"/>
          <ac:spMkLst>
            <pc:docMk/>
            <pc:sldMk cId="3327394686" sldId="273"/>
            <ac:spMk id="15" creationId="{12D2CBB8-CDAF-684F-A9F2-5DC092116F68}"/>
          </ac:spMkLst>
        </pc:spChg>
        <pc:spChg chg="add del">
          <ac:chgData name="Ferrer-Bonsoms Hernandez, Juan Angel" userId="3ee72a98-c108-4a22-84cf-0fb1bff741c5" providerId="ADAL" clId="{27D78546-C880-444F-8CD5-E7186DEC6647}" dt="2023-01-30T10:52:53.586" v="120"/>
          <ac:spMkLst>
            <pc:docMk/>
            <pc:sldMk cId="3327394686" sldId="273"/>
            <ac:spMk id="23" creationId="{282BEFB9-746A-07B6-93DE-23B20C9F565C}"/>
          </ac:spMkLst>
        </pc:spChg>
        <pc:spChg chg="add del">
          <ac:chgData name="Ferrer-Bonsoms Hernandez, Juan Angel" userId="3ee72a98-c108-4a22-84cf-0fb1bff741c5" providerId="ADAL" clId="{27D78546-C880-444F-8CD5-E7186DEC6647}" dt="2023-01-30T10:56:58.369" v="152"/>
          <ac:spMkLst>
            <pc:docMk/>
            <pc:sldMk cId="3327394686" sldId="273"/>
            <ac:spMk id="27" creationId="{C3951885-EC30-0262-2D9A-6F57BE112EA5}"/>
          </ac:spMkLst>
        </pc:spChg>
        <pc:spChg chg="add mod">
          <ac:chgData name="Ferrer-Bonsoms Hernandez, Juan Angel" userId="3ee72a98-c108-4a22-84cf-0fb1bff741c5" providerId="ADAL" clId="{27D78546-C880-444F-8CD5-E7186DEC6647}" dt="2023-01-30T10:58:15.615" v="172" actId="1076"/>
          <ac:spMkLst>
            <pc:docMk/>
            <pc:sldMk cId="3327394686" sldId="273"/>
            <ac:spMk id="29" creationId="{F2A0440E-949B-D373-CCD0-7C1AD7494757}"/>
          </ac:spMkLst>
        </pc:spChg>
        <pc:spChg chg="add mod">
          <ac:chgData name="Ferrer-Bonsoms Hernandez, Juan Angel" userId="3ee72a98-c108-4a22-84cf-0fb1bff741c5" providerId="ADAL" clId="{27D78546-C880-444F-8CD5-E7186DEC6647}" dt="2023-01-30T10:58:34.359" v="183" actId="1076"/>
          <ac:spMkLst>
            <pc:docMk/>
            <pc:sldMk cId="3327394686" sldId="273"/>
            <ac:spMk id="30" creationId="{F164CC86-2BC4-63DF-E60E-F9741EB05882}"/>
          </ac:spMkLst>
        </pc:spChg>
        <pc:spChg chg="add mod">
          <ac:chgData name="Ferrer-Bonsoms Hernandez, Juan Angel" userId="3ee72a98-c108-4a22-84cf-0fb1bff741c5" providerId="ADAL" clId="{27D78546-C880-444F-8CD5-E7186DEC6647}" dt="2023-01-30T11:17:03.302" v="432" actId="1038"/>
          <ac:spMkLst>
            <pc:docMk/>
            <pc:sldMk cId="3327394686" sldId="273"/>
            <ac:spMk id="32" creationId="{27D3924E-F978-7CD7-DA70-236728176508}"/>
          </ac:spMkLst>
        </pc:spChg>
        <pc:spChg chg="add mod">
          <ac:chgData name="Ferrer-Bonsoms Hernandez, Juan Angel" userId="3ee72a98-c108-4a22-84cf-0fb1bff741c5" providerId="ADAL" clId="{27D78546-C880-444F-8CD5-E7186DEC6647}" dt="2023-01-30T15:22:50.602" v="1918"/>
          <ac:spMkLst>
            <pc:docMk/>
            <pc:sldMk cId="3327394686" sldId="273"/>
            <ac:spMk id="34" creationId="{9DC746DF-CF01-A281-4833-3738BC1D311F}"/>
          </ac:spMkLst>
        </pc:spChg>
        <pc:picChg chg="add mod">
          <ac:chgData name="Ferrer-Bonsoms Hernandez, Juan Angel" userId="3ee72a98-c108-4a22-84cf-0fb1bff741c5" providerId="ADAL" clId="{27D78546-C880-444F-8CD5-E7186DEC6647}" dt="2023-01-30T09:15:38.652" v="60" actId="1076"/>
          <ac:picMkLst>
            <pc:docMk/>
            <pc:sldMk cId="3327394686" sldId="273"/>
            <ac:picMk id="2" creationId="{7FA1557B-EFD1-8E7B-9D93-F419D148F36E}"/>
          </ac:picMkLst>
        </pc:picChg>
        <pc:picChg chg="add mod">
          <ac:chgData name="Ferrer-Bonsoms Hernandez, Juan Angel" userId="3ee72a98-c108-4a22-84cf-0fb1bff741c5" providerId="ADAL" clId="{27D78546-C880-444F-8CD5-E7186DEC6647}" dt="2023-01-30T10:51:19.307" v="110" actId="1076"/>
          <ac:picMkLst>
            <pc:docMk/>
            <pc:sldMk cId="3327394686" sldId="273"/>
            <ac:picMk id="5" creationId="{2E247468-21E3-9061-D44A-39742C733BE4}"/>
          </ac:picMkLst>
        </pc:picChg>
        <pc:picChg chg="add mod modCrop">
          <ac:chgData name="Ferrer-Bonsoms Hernandez, Juan Angel" userId="3ee72a98-c108-4a22-84cf-0fb1bff741c5" providerId="ADAL" clId="{27D78546-C880-444F-8CD5-E7186DEC6647}" dt="2023-01-30T10:53:21.326" v="127" actId="1076"/>
          <ac:picMkLst>
            <pc:docMk/>
            <pc:sldMk cId="3327394686" sldId="273"/>
            <ac:picMk id="24" creationId="{469CB5D0-FA73-F089-C413-DA6F728AA0B1}"/>
          </ac:picMkLst>
        </pc:picChg>
        <pc:picChg chg="add mod modCrop">
          <ac:chgData name="Ferrer-Bonsoms Hernandez, Juan Angel" userId="3ee72a98-c108-4a22-84cf-0fb1bff741c5" providerId="ADAL" clId="{27D78546-C880-444F-8CD5-E7186DEC6647}" dt="2023-01-30T10:54:45.337" v="144" actId="1076"/>
          <ac:picMkLst>
            <pc:docMk/>
            <pc:sldMk cId="3327394686" sldId="273"/>
            <ac:picMk id="25" creationId="{99740EA7-3992-601A-4EAF-5EDF5EC7EBFC}"/>
          </ac:picMkLst>
        </pc:picChg>
        <pc:picChg chg="add mod modCrop">
          <ac:chgData name="Ferrer-Bonsoms Hernandez, Juan Angel" userId="3ee72a98-c108-4a22-84cf-0fb1bff741c5" providerId="ADAL" clId="{27D78546-C880-444F-8CD5-E7186DEC6647}" dt="2023-01-30T10:55:41.602" v="150" actId="1076"/>
          <ac:picMkLst>
            <pc:docMk/>
            <pc:sldMk cId="3327394686" sldId="273"/>
            <ac:picMk id="26" creationId="{32B843FC-217A-DA46-DC72-41DCEE667C20}"/>
          </ac:picMkLst>
        </pc:picChg>
        <pc:picChg chg="add mod modCrop">
          <ac:chgData name="Ferrer-Bonsoms Hernandez, Juan Angel" userId="3ee72a98-c108-4a22-84cf-0fb1bff741c5" providerId="ADAL" clId="{27D78546-C880-444F-8CD5-E7186DEC6647}" dt="2023-01-30T10:57:23.612" v="160" actId="1076"/>
          <ac:picMkLst>
            <pc:docMk/>
            <pc:sldMk cId="3327394686" sldId="273"/>
            <ac:picMk id="28" creationId="{7F25A2A0-AB99-3309-040F-57406D1F8F58}"/>
          </ac:picMkLst>
        </pc:picChg>
        <pc:picChg chg="add mod">
          <ac:chgData name="Ferrer-Bonsoms Hernandez, Juan Angel" userId="3ee72a98-c108-4a22-84cf-0fb1bff741c5" providerId="ADAL" clId="{27D78546-C880-444F-8CD5-E7186DEC6647}" dt="2023-01-30T15:22:42.514" v="1916"/>
          <ac:picMkLst>
            <pc:docMk/>
            <pc:sldMk cId="3327394686" sldId="273"/>
            <ac:picMk id="33" creationId="{27BD61ED-82DC-A40D-EEDC-9A82C6F7E000}"/>
          </ac:picMkLst>
        </pc:picChg>
        <pc:inkChg chg="add">
          <ac:chgData name="Ferrer-Bonsoms Hernandez, Juan Angel" userId="3ee72a98-c108-4a22-84cf-0fb1bff741c5" providerId="ADAL" clId="{27D78546-C880-444F-8CD5-E7186DEC6647}" dt="2023-01-30T10:51:37.935" v="115" actId="9405"/>
          <ac:inkMkLst>
            <pc:docMk/>
            <pc:sldMk cId="3327394686" sldId="273"/>
            <ac:inkMk id="20" creationId="{56EF7571-4EA8-24D4-785A-319B646A07A7}"/>
          </ac:inkMkLst>
        </pc:inkChg>
        <pc:inkChg chg="add del">
          <ac:chgData name="Ferrer-Bonsoms Hernandez, Juan Angel" userId="3ee72a98-c108-4a22-84cf-0fb1bff741c5" providerId="ADAL" clId="{27D78546-C880-444F-8CD5-E7186DEC6647}" dt="2023-01-30T10:51:43.831" v="117" actId="9405"/>
          <ac:inkMkLst>
            <pc:docMk/>
            <pc:sldMk cId="3327394686" sldId="273"/>
            <ac:inkMk id="21" creationId="{9C252E52-3F48-FD31-ABC7-4E4AA02BE255}"/>
          </ac:inkMkLst>
        </pc:inkChg>
        <pc:inkChg chg="add">
          <ac:chgData name="Ferrer-Bonsoms Hernandez, Juan Angel" userId="3ee72a98-c108-4a22-84cf-0fb1bff741c5" providerId="ADAL" clId="{27D78546-C880-444F-8CD5-E7186DEC6647}" dt="2023-01-30T10:51:47.812" v="118" actId="9405"/>
          <ac:inkMkLst>
            <pc:docMk/>
            <pc:sldMk cId="3327394686" sldId="273"/>
            <ac:inkMk id="22" creationId="{A7A65928-3B3F-F1EE-B9D9-1AEFAE0E7011}"/>
          </ac:inkMkLst>
        </pc:inkChg>
        <pc:cxnChg chg="add mod">
          <ac:chgData name="Ferrer-Bonsoms Hernandez, Juan Angel" userId="3ee72a98-c108-4a22-84cf-0fb1bff741c5" providerId="ADAL" clId="{27D78546-C880-444F-8CD5-E7186DEC6647}" dt="2023-01-30T10:51:24.499" v="112" actId="14100"/>
          <ac:cxnSpMkLst>
            <pc:docMk/>
            <pc:sldMk cId="3327394686" sldId="273"/>
            <ac:cxnSpMk id="8" creationId="{05CFC35D-CB15-C0DA-9F0C-1E5CFFD3CC84}"/>
          </ac:cxnSpMkLst>
        </pc:cxnChg>
        <pc:cxnChg chg="add mod">
          <ac:chgData name="Ferrer-Bonsoms Hernandez, Juan Angel" userId="3ee72a98-c108-4a22-84cf-0fb1bff741c5" providerId="ADAL" clId="{27D78546-C880-444F-8CD5-E7186DEC6647}" dt="2023-01-30T10:51:30.427" v="114" actId="14100"/>
          <ac:cxnSpMkLst>
            <pc:docMk/>
            <pc:sldMk cId="3327394686" sldId="273"/>
            <ac:cxnSpMk id="9" creationId="{FF6046A9-B87A-7959-08E3-71EC339CAEE2}"/>
          </ac:cxnSpMkLst>
        </pc:cxnChg>
      </pc:sldChg>
      <pc:sldChg chg="addSp delSp modSp add mod">
        <pc:chgData name="Ferrer-Bonsoms Hernandez, Juan Angel" userId="3ee72a98-c108-4a22-84cf-0fb1bff741c5" providerId="ADAL" clId="{27D78546-C880-444F-8CD5-E7186DEC6647}" dt="2023-01-30T15:22:38.337" v="1915"/>
        <pc:sldMkLst>
          <pc:docMk/>
          <pc:sldMk cId="2120141300" sldId="274"/>
        </pc:sldMkLst>
        <pc:spChg chg="add mod">
          <ac:chgData name="Ferrer-Bonsoms Hernandez, Juan Angel" userId="3ee72a98-c108-4a22-84cf-0fb1bff741c5" providerId="ADAL" clId="{27D78546-C880-444F-8CD5-E7186DEC6647}" dt="2023-01-30T10:59:48.514" v="200" actId="1076"/>
          <ac:spMkLst>
            <pc:docMk/>
            <pc:sldMk cId="2120141300" sldId="274"/>
            <ac:spMk id="7" creationId="{B5F505E4-BCB8-B852-809D-0984C36FBAB6}"/>
          </ac:spMkLst>
        </pc:spChg>
        <pc:spChg chg="add mod">
          <ac:chgData name="Ferrer-Bonsoms Hernandez, Juan Angel" userId="3ee72a98-c108-4a22-84cf-0fb1bff741c5" providerId="ADAL" clId="{27D78546-C880-444F-8CD5-E7186DEC6647}" dt="2023-01-30T10:59:38.402" v="199" actId="1076"/>
          <ac:spMkLst>
            <pc:docMk/>
            <pc:sldMk cId="2120141300" sldId="274"/>
            <ac:spMk id="10" creationId="{4DBA4796-75F5-A011-0BCA-C93837AADB27}"/>
          </ac:spMkLst>
        </pc:spChg>
        <pc:spChg chg="add mod">
          <ac:chgData name="Ferrer-Bonsoms Hernandez, Juan Angel" userId="3ee72a98-c108-4a22-84cf-0fb1bff741c5" providerId="ADAL" clId="{27D78546-C880-444F-8CD5-E7186DEC6647}" dt="2023-01-30T11:00:01.025" v="215" actId="1076"/>
          <ac:spMkLst>
            <pc:docMk/>
            <pc:sldMk cId="2120141300" sldId="274"/>
            <ac:spMk id="11" creationId="{77252318-3E86-6A8B-2FE3-53464F352557}"/>
          </ac:spMkLst>
        </pc:spChg>
        <pc:spChg chg="add mod">
          <ac:chgData name="Ferrer-Bonsoms Hernandez, Juan Angel" userId="3ee72a98-c108-4a22-84cf-0fb1bff741c5" providerId="ADAL" clId="{27D78546-C880-444F-8CD5-E7186DEC6647}" dt="2023-01-30T11:00:09.353" v="228" actId="20577"/>
          <ac:spMkLst>
            <pc:docMk/>
            <pc:sldMk cId="2120141300" sldId="274"/>
            <ac:spMk id="12" creationId="{CAD1887B-B3AC-7BE7-C192-10DF5216B4B7}"/>
          </ac:spMkLst>
        </pc:spChg>
        <pc:spChg chg="mod">
          <ac:chgData name="Ferrer-Bonsoms Hernandez, Juan Angel" userId="3ee72a98-c108-4a22-84cf-0fb1bff741c5" providerId="ADAL" clId="{27D78546-C880-444F-8CD5-E7186DEC6647}" dt="2023-01-30T15:22:34.567" v="1914" actId="1037"/>
          <ac:spMkLst>
            <pc:docMk/>
            <pc:sldMk cId="2120141300" sldId="274"/>
            <ac:spMk id="14" creationId="{BC15A2A2-0597-0B19-CC29-5400D3659B1F}"/>
          </ac:spMkLst>
        </pc:spChg>
        <pc:spChg chg="add mod">
          <ac:chgData name="Ferrer-Bonsoms Hernandez, Juan Angel" userId="3ee72a98-c108-4a22-84cf-0fb1bff741c5" providerId="ADAL" clId="{27D78546-C880-444F-8CD5-E7186DEC6647}" dt="2023-01-30T11:16:59.525" v="430" actId="1037"/>
          <ac:spMkLst>
            <pc:docMk/>
            <pc:sldMk cId="2120141300" sldId="274"/>
            <ac:spMk id="17" creationId="{F2E83527-0B1B-3073-B5B3-36A016BDAF6C}"/>
          </ac:spMkLst>
        </pc:spChg>
        <pc:spChg chg="del mod">
          <ac:chgData name="Ferrer-Bonsoms Hernandez, Juan Angel" userId="3ee72a98-c108-4a22-84cf-0fb1bff741c5" providerId="ADAL" clId="{27D78546-C880-444F-8CD5-E7186DEC6647}" dt="2023-01-30T10:59:22.113" v="194" actId="21"/>
          <ac:spMkLst>
            <pc:docMk/>
            <pc:sldMk cId="2120141300" sldId="274"/>
            <ac:spMk id="29" creationId="{F2A0440E-949B-D373-CCD0-7C1AD7494757}"/>
          </ac:spMkLst>
        </pc:spChg>
        <pc:spChg chg="del">
          <ac:chgData name="Ferrer-Bonsoms Hernandez, Juan Angel" userId="3ee72a98-c108-4a22-84cf-0fb1bff741c5" providerId="ADAL" clId="{27D78546-C880-444F-8CD5-E7186DEC6647}" dt="2023-01-30T10:59:32.090" v="197" actId="21"/>
          <ac:spMkLst>
            <pc:docMk/>
            <pc:sldMk cId="2120141300" sldId="274"/>
            <ac:spMk id="30" creationId="{F164CC86-2BC4-63DF-E60E-F9741EB05882}"/>
          </ac:spMkLst>
        </pc:spChg>
        <pc:picChg chg="add mod">
          <ac:chgData name="Ferrer-Bonsoms Hernandez, Juan Angel" userId="3ee72a98-c108-4a22-84cf-0fb1bff741c5" providerId="ADAL" clId="{27D78546-C880-444F-8CD5-E7186DEC6647}" dt="2023-01-30T10:59:18.552" v="192" actId="1076"/>
          <ac:picMkLst>
            <pc:docMk/>
            <pc:sldMk cId="2120141300" sldId="274"/>
            <ac:picMk id="4" creationId="{30338A0A-6E30-E25B-49F6-E472F8D71DB2}"/>
          </ac:picMkLst>
        </pc:picChg>
        <pc:picChg chg="add mod modCrop">
          <ac:chgData name="Ferrer-Bonsoms Hernandez, Juan Angel" userId="3ee72a98-c108-4a22-84cf-0fb1bff741c5" providerId="ADAL" clId="{27D78546-C880-444F-8CD5-E7186DEC6647}" dt="2023-01-30T11:04:54.721" v="234" actId="732"/>
          <ac:picMkLst>
            <pc:docMk/>
            <pc:sldMk cId="2120141300" sldId="274"/>
            <ac:picMk id="16" creationId="{DF013C29-6A72-01C1-A02C-A1E5465DC621}"/>
          </ac:picMkLst>
        </pc:picChg>
        <pc:picChg chg="add mod">
          <ac:chgData name="Ferrer-Bonsoms Hernandez, Juan Angel" userId="3ee72a98-c108-4a22-84cf-0fb1bff741c5" providerId="ADAL" clId="{27D78546-C880-444F-8CD5-E7186DEC6647}" dt="2023-01-30T15:22:38.337" v="1915"/>
          <ac:picMkLst>
            <pc:docMk/>
            <pc:sldMk cId="2120141300" sldId="274"/>
            <ac:picMk id="18" creationId="{096C8210-E01E-678D-0BDD-3217654636D2}"/>
          </ac:picMkLst>
        </pc:picChg>
        <pc:picChg chg="del">
          <ac:chgData name="Ferrer-Bonsoms Hernandez, Juan Angel" userId="3ee72a98-c108-4a22-84cf-0fb1bff741c5" providerId="ADAL" clId="{27D78546-C880-444F-8CD5-E7186DEC6647}" dt="2023-01-30T10:58:50.687" v="185" actId="478"/>
          <ac:picMkLst>
            <pc:docMk/>
            <pc:sldMk cId="2120141300" sldId="274"/>
            <ac:picMk id="25" creationId="{99740EA7-3992-601A-4EAF-5EDF5EC7EBFC}"/>
          </ac:picMkLst>
        </pc:picChg>
        <pc:picChg chg="del">
          <ac:chgData name="Ferrer-Bonsoms Hernandez, Juan Angel" userId="3ee72a98-c108-4a22-84cf-0fb1bff741c5" providerId="ADAL" clId="{27D78546-C880-444F-8CD5-E7186DEC6647}" dt="2023-01-30T10:58:53.480" v="186" actId="478"/>
          <ac:picMkLst>
            <pc:docMk/>
            <pc:sldMk cId="2120141300" sldId="274"/>
            <ac:picMk id="26" creationId="{32B843FC-217A-DA46-DC72-41DCEE667C20}"/>
          </ac:picMkLst>
        </pc:picChg>
        <pc:picChg chg="del">
          <ac:chgData name="Ferrer-Bonsoms Hernandez, Juan Angel" userId="3ee72a98-c108-4a22-84cf-0fb1bff741c5" providerId="ADAL" clId="{27D78546-C880-444F-8CD5-E7186DEC6647}" dt="2023-01-30T10:58:54.287" v="187" actId="478"/>
          <ac:picMkLst>
            <pc:docMk/>
            <pc:sldMk cId="2120141300" sldId="274"/>
            <ac:picMk id="28" creationId="{7F25A2A0-AB99-3309-040F-57406D1F8F58}"/>
          </ac:picMkLst>
        </pc:picChg>
      </pc:sldChg>
      <pc:sldChg chg="addSp delSp modSp add mod">
        <pc:chgData name="Ferrer-Bonsoms Hernandez, Juan Angel" userId="3ee72a98-c108-4a22-84cf-0fb1bff741c5" providerId="ADAL" clId="{27D78546-C880-444F-8CD5-E7186DEC6647}" dt="2023-01-30T15:22:27.337" v="1878"/>
        <pc:sldMkLst>
          <pc:docMk/>
          <pc:sldMk cId="608910567" sldId="275"/>
        </pc:sldMkLst>
        <pc:spChg chg="del">
          <ac:chgData name="Ferrer-Bonsoms Hernandez, Juan Angel" userId="3ee72a98-c108-4a22-84cf-0fb1bff741c5" providerId="ADAL" clId="{27D78546-C880-444F-8CD5-E7186DEC6647}" dt="2023-01-30T11:07:34.422" v="311" actId="478"/>
          <ac:spMkLst>
            <pc:docMk/>
            <pc:sldMk cId="608910567" sldId="275"/>
            <ac:spMk id="7" creationId="{B5F505E4-BCB8-B852-809D-0984C36FBAB6}"/>
          </ac:spMkLst>
        </pc:spChg>
        <pc:spChg chg="del">
          <ac:chgData name="Ferrer-Bonsoms Hernandez, Juan Angel" userId="3ee72a98-c108-4a22-84cf-0fb1bff741c5" providerId="ADAL" clId="{27D78546-C880-444F-8CD5-E7186DEC6647}" dt="2023-01-30T11:07:34.422" v="311" actId="478"/>
          <ac:spMkLst>
            <pc:docMk/>
            <pc:sldMk cId="608910567" sldId="275"/>
            <ac:spMk id="10" creationId="{4DBA4796-75F5-A011-0BCA-C93837AADB27}"/>
          </ac:spMkLst>
        </pc:spChg>
        <pc:spChg chg="del">
          <ac:chgData name="Ferrer-Bonsoms Hernandez, Juan Angel" userId="3ee72a98-c108-4a22-84cf-0fb1bff741c5" providerId="ADAL" clId="{27D78546-C880-444F-8CD5-E7186DEC6647}" dt="2023-01-30T11:07:34.422" v="311" actId="478"/>
          <ac:spMkLst>
            <pc:docMk/>
            <pc:sldMk cId="608910567" sldId="275"/>
            <ac:spMk id="11" creationId="{77252318-3E86-6A8B-2FE3-53464F352557}"/>
          </ac:spMkLst>
        </pc:spChg>
        <pc:spChg chg="del">
          <ac:chgData name="Ferrer-Bonsoms Hernandez, Juan Angel" userId="3ee72a98-c108-4a22-84cf-0fb1bff741c5" providerId="ADAL" clId="{27D78546-C880-444F-8CD5-E7186DEC6647}" dt="2023-01-30T11:07:34.422" v="311" actId="478"/>
          <ac:spMkLst>
            <pc:docMk/>
            <pc:sldMk cId="608910567" sldId="275"/>
            <ac:spMk id="12" creationId="{CAD1887B-B3AC-7BE7-C192-10DF5216B4B7}"/>
          </ac:spMkLst>
        </pc:spChg>
        <pc:spChg chg="del">
          <ac:chgData name="Ferrer-Bonsoms Hernandez, Juan Angel" userId="3ee72a98-c108-4a22-84cf-0fb1bff741c5" providerId="ADAL" clId="{27D78546-C880-444F-8CD5-E7186DEC6647}" dt="2023-01-30T11:07:35.927" v="312" actId="478"/>
          <ac:spMkLst>
            <pc:docMk/>
            <pc:sldMk cId="608910567" sldId="275"/>
            <ac:spMk id="14" creationId="{BC15A2A2-0597-0B19-CC29-5400D3659B1F}"/>
          </ac:spMkLst>
        </pc:spChg>
        <pc:spChg chg="mod">
          <ac:chgData name="Ferrer-Bonsoms Hernandez, Juan Angel" userId="3ee72a98-c108-4a22-84cf-0fb1bff741c5" providerId="ADAL" clId="{27D78546-C880-444F-8CD5-E7186DEC6647}" dt="2023-01-30T11:07:47.078" v="332" actId="20577"/>
          <ac:spMkLst>
            <pc:docMk/>
            <pc:sldMk cId="608910567" sldId="275"/>
            <ac:spMk id="15" creationId="{12D2CBB8-CDAF-684F-A9F2-5DC092116F68}"/>
          </ac:spMkLst>
        </pc:spChg>
        <pc:spChg chg="add mod">
          <ac:chgData name="Ferrer-Bonsoms Hernandez, Juan Angel" userId="3ee72a98-c108-4a22-84cf-0fb1bff741c5" providerId="ADAL" clId="{27D78546-C880-444F-8CD5-E7186DEC6647}" dt="2023-01-30T11:09:59.969" v="365" actId="1035"/>
          <ac:spMkLst>
            <pc:docMk/>
            <pc:sldMk cId="608910567" sldId="275"/>
            <ac:spMk id="19" creationId="{4F9C47C3-EC66-63CE-DE5D-BF857B6F8BB0}"/>
          </ac:spMkLst>
        </pc:spChg>
        <pc:spChg chg="add mod">
          <ac:chgData name="Ferrer-Bonsoms Hernandez, Juan Angel" userId="3ee72a98-c108-4a22-84cf-0fb1bff741c5" providerId="ADAL" clId="{27D78546-C880-444F-8CD5-E7186DEC6647}" dt="2023-01-30T11:13:13.943" v="405" actId="1076"/>
          <ac:spMkLst>
            <pc:docMk/>
            <pc:sldMk cId="608910567" sldId="275"/>
            <ac:spMk id="29" creationId="{869B2290-0270-0350-DFC6-8F3F44DEC94F}"/>
          </ac:spMkLst>
        </pc:spChg>
        <pc:spChg chg="add mod">
          <ac:chgData name="Ferrer-Bonsoms Hernandez, Juan Angel" userId="3ee72a98-c108-4a22-84cf-0fb1bff741c5" providerId="ADAL" clId="{27D78546-C880-444F-8CD5-E7186DEC6647}" dt="2023-01-30T11:18:50.719" v="449" actId="1076"/>
          <ac:spMkLst>
            <pc:docMk/>
            <pc:sldMk cId="608910567" sldId="275"/>
            <ac:spMk id="32" creationId="{043159AA-7BF4-2F35-CE0D-3F88198C06EC}"/>
          </ac:spMkLst>
        </pc:spChg>
        <pc:spChg chg="add mod">
          <ac:chgData name="Ferrer-Bonsoms Hernandez, Juan Angel" userId="3ee72a98-c108-4a22-84cf-0fb1bff741c5" providerId="ADAL" clId="{27D78546-C880-444F-8CD5-E7186DEC6647}" dt="2023-01-30T11:21:42.122" v="499" actId="1035"/>
          <ac:spMkLst>
            <pc:docMk/>
            <pc:sldMk cId="608910567" sldId="275"/>
            <ac:spMk id="39" creationId="{2F4E5B2B-7B7B-51F1-A7D0-F4D120A3BBEB}"/>
          </ac:spMkLst>
        </pc:spChg>
        <pc:spChg chg="add mod">
          <ac:chgData name="Ferrer-Bonsoms Hernandez, Juan Angel" userId="3ee72a98-c108-4a22-84cf-0fb1bff741c5" providerId="ADAL" clId="{27D78546-C880-444F-8CD5-E7186DEC6647}" dt="2023-01-30T11:27:17.011" v="576" actId="1076"/>
          <ac:spMkLst>
            <pc:docMk/>
            <pc:sldMk cId="608910567" sldId="275"/>
            <ac:spMk id="42" creationId="{CADC33FE-2942-2861-E5F3-8A6900E91074}"/>
          </ac:spMkLst>
        </pc:spChg>
        <pc:spChg chg="add mod">
          <ac:chgData name="Ferrer-Bonsoms Hernandez, Juan Angel" userId="3ee72a98-c108-4a22-84cf-0fb1bff741c5" providerId="ADAL" clId="{27D78546-C880-444F-8CD5-E7186DEC6647}" dt="2023-01-30T11:26:12.324" v="521" actId="20577"/>
          <ac:spMkLst>
            <pc:docMk/>
            <pc:sldMk cId="608910567" sldId="275"/>
            <ac:spMk id="45" creationId="{F6C3F209-D555-745C-30C5-948A55EEA97C}"/>
          </ac:spMkLst>
        </pc:spChg>
        <pc:spChg chg="add mod">
          <ac:chgData name="Ferrer-Bonsoms Hernandez, Juan Angel" userId="3ee72a98-c108-4a22-84cf-0fb1bff741c5" providerId="ADAL" clId="{27D78546-C880-444F-8CD5-E7186DEC6647}" dt="2023-01-30T11:27:39.357" v="607" actId="20577"/>
          <ac:spMkLst>
            <pc:docMk/>
            <pc:sldMk cId="608910567" sldId="275"/>
            <ac:spMk id="47" creationId="{41B60AEE-B9BD-8827-ADE1-49C7F2A085BA}"/>
          </ac:spMkLst>
        </pc:spChg>
        <pc:spChg chg="add mod">
          <ac:chgData name="Ferrer-Bonsoms Hernandez, Juan Angel" userId="3ee72a98-c108-4a22-84cf-0fb1bff741c5" providerId="ADAL" clId="{27D78546-C880-444F-8CD5-E7186DEC6647}" dt="2023-01-30T11:39:57.883" v="622" actId="20577"/>
          <ac:spMkLst>
            <pc:docMk/>
            <pc:sldMk cId="608910567" sldId="275"/>
            <ac:spMk id="50" creationId="{7177E086-7CBA-A8A0-7430-C89C11ED5D76}"/>
          </ac:spMkLst>
        </pc:spChg>
        <pc:spChg chg="add mod">
          <ac:chgData name="Ferrer-Bonsoms Hernandez, Juan Angel" userId="3ee72a98-c108-4a22-84cf-0fb1bff741c5" providerId="ADAL" clId="{27D78546-C880-444F-8CD5-E7186DEC6647}" dt="2023-01-30T11:47:42.988" v="836" actId="20577"/>
          <ac:spMkLst>
            <pc:docMk/>
            <pc:sldMk cId="608910567" sldId="275"/>
            <ac:spMk id="54" creationId="{E8F5DA8F-6DF4-1EC3-46D8-48000CEB4B89}"/>
          </ac:spMkLst>
        </pc:spChg>
        <pc:picChg chg="del">
          <ac:chgData name="Ferrer-Bonsoms Hernandez, Juan Angel" userId="3ee72a98-c108-4a22-84cf-0fb1bff741c5" providerId="ADAL" clId="{27D78546-C880-444F-8CD5-E7186DEC6647}" dt="2023-01-30T11:07:25.901" v="305" actId="478"/>
          <ac:picMkLst>
            <pc:docMk/>
            <pc:sldMk cId="608910567" sldId="275"/>
            <ac:picMk id="2" creationId="{7FA1557B-EFD1-8E7B-9D93-F419D148F36E}"/>
          </ac:picMkLst>
        </pc:picChg>
        <pc:picChg chg="del">
          <ac:chgData name="Ferrer-Bonsoms Hernandez, Juan Angel" userId="3ee72a98-c108-4a22-84cf-0fb1bff741c5" providerId="ADAL" clId="{27D78546-C880-444F-8CD5-E7186DEC6647}" dt="2023-01-30T11:07:34.422" v="311" actId="478"/>
          <ac:picMkLst>
            <pc:docMk/>
            <pc:sldMk cId="608910567" sldId="275"/>
            <ac:picMk id="4" creationId="{30338A0A-6E30-E25B-49F6-E472F8D71DB2}"/>
          </ac:picMkLst>
        </pc:picChg>
        <pc:picChg chg="del">
          <ac:chgData name="Ferrer-Bonsoms Hernandez, Juan Angel" userId="3ee72a98-c108-4a22-84cf-0fb1bff741c5" providerId="ADAL" clId="{27D78546-C880-444F-8CD5-E7186DEC6647}" dt="2023-01-30T11:07:24.324" v="303" actId="478"/>
          <ac:picMkLst>
            <pc:docMk/>
            <pc:sldMk cId="608910567" sldId="275"/>
            <ac:picMk id="5" creationId="{2E247468-21E3-9061-D44A-39742C733BE4}"/>
          </ac:picMkLst>
        </pc:picChg>
        <pc:picChg chg="del">
          <ac:chgData name="Ferrer-Bonsoms Hernandez, Juan Angel" userId="3ee72a98-c108-4a22-84cf-0fb1bff741c5" providerId="ADAL" clId="{27D78546-C880-444F-8CD5-E7186DEC6647}" dt="2023-01-30T11:07:22.599" v="301" actId="478"/>
          <ac:picMkLst>
            <pc:docMk/>
            <pc:sldMk cId="608910567" sldId="275"/>
            <ac:picMk id="16" creationId="{DF013C29-6A72-01C1-A02C-A1E5465DC621}"/>
          </ac:picMkLst>
        </pc:picChg>
        <pc:picChg chg="add mod">
          <ac:chgData name="Ferrer-Bonsoms Hernandez, Juan Angel" userId="3ee72a98-c108-4a22-84cf-0fb1bff741c5" providerId="ADAL" clId="{27D78546-C880-444F-8CD5-E7186DEC6647}" dt="2023-01-30T11:09:46.170" v="334" actId="1076"/>
          <ac:picMkLst>
            <pc:docMk/>
            <pc:sldMk cId="608910567" sldId="275"/>
            <ac:picMk id="18" creationId="{FBE9A8AF-4B40-F0F8-1FD5-A2A920EA924D}"/>
          </ac:picMkLst>
        </pc:picChg>
        <pc:picChg chg="del">
          <ac:chgData name="Ferrer-Bonsoms Hernandez, Juan Angel" userId="3ee72a98-c108-4a22-84cf-0fb1bff741c5" providerId="ADAL" clId="{27D78546-C880-444F-8CD5-E7186DEC6647}" dt="2023-01-30T11:07:23.173" v="302" actId="478"/>
          <ac:picMkLst>
            <pc:docMk/>
            <pc:sldMk cId="608910567" sldId="275"/>
            <ac:picMk id="24" creationId="{469CB5D0-FA73-F089-C413-DA6F728AA0B1}"/>
          </ac:picMkLst>
        </pc:picChg>
        <pc:picChg chg="add mod">
          <ac:chgData name="Ferrer-Bonsoms Hernandez, Juan Angel" userId="3ee72a98-c108-4a22-84cf-0fb1bff741c5" providerId="ADAL" clId="{27D78546-C880-444F-8CD5-E7186DEC6647}" dt="2023-01-30T11:18:34.373" v="436" actId="1076"/>
          <ac:picMkLst>
            <pc:docMk/>
            <pc:sldMk cId="608910567" sldId="275"/>
            <ac:picMk id="31" creationId="{5BF0B290-8392-E636-9D01-2214ECCF3A3B}"/>
          </ac:picMkLst>
        </pc:picChg>
        <pc:picChg chg="add mod">
          <ac:chgData name="Ferrer-Bonsoms Hernandez, Juan Angel" userId="3ee72a98-c108-4a22-84cf-0fb1bff741c5" providerId="ADAL" clId="{27D78546-C880-444F-8CD5-E7186DEC6647}" dt="2023-01-30T11:21:42.122" v="499" actId="1035"/>
          <ac:picMkLst>
            <pc:docMk/>
            <pc:sldMk cId="608910567" sldId="275"/>
            <ac:picMk id="38" creationId="{F991E9AC-543A-DD66-7D33-7BD33554E405}"/>
          </ac:picMkLst>
        </pc:picChg>
        <pc:picChg chg="add mod">
          <ac:chgData name="Ferrer-Bonsoms Hernandez, Juan Angel" userId="3ee72a98-c108-4a22-84cf-0fb1bff741c5" providerId="ADAL" clId="{27D78546-C880-444F-8CD5-E7186DEC6647}" dt="2023-01-30T11:26:02.249" v="511" actId="1076"/>
          <ac:picMkLst>
            <pc:docMk/>
            <pc:sldMk cId="608910567" sldId="275"/>
            <ac:picMk id="44" creationId="{1BE18D7E-0F2F-1C1E-6448-A348DB235AD3}"/>
          </ac:picMkLst>
        </pc:picChg>
        <pc:picChg chg="add mod">
          <ac:chgData name="Ferrer-Bonsoms Hernandez, Juan Angel" userId="3ee72a98-c108-4a22-84cf-0fb1bff741c5" providerId="ADAL" clId="{27D78546-C880-444F-8CD5-E7186DEC6647}" dt="2023-01-30T11:40:04.462" v="649" actId="1038"/>
          <ac:picMkLst>
            <pc:docMk/>
            <pc:sldMk cId="608910567" sldId="275"/>
            <ac:picMk id="49" creationId="{E4275685-6C34-7E7F-5943-7A9F76381AB5}"/>
          </ac:picMkLst>
        </pc:picChg>
        <pc:picChg chg="add mod">
          <ac:chgData name="Ferrer-Bonsoms Hernandez, Juan Angel" userId="3ee72a98-c108-4a22-84cf-0fb1bff741c5" providerId="ADAL" clId="{27D78546-C880-444F-8CD5-E7186DEC6647}" dt="2023-01-30T15:22:27.337" v="1878"/>
          <ac:picMkLst>
            <pc:docMk/>
            <pc:sldMk cId="608910567" sldId="275"/>
            <ac:picMk id="55" creationId="{9E3F8A55-41E7-43FB-6019-985759DDA0B1}"/>
          </ac:picMkLst>
        </pc:picChg>
        <pc:inkChg chg="del">
          <ac:chgData name="Ferrer-Bonsoms Hernandez, Juan Angel" userId="3ee72a98-c108-4a22-84cf-0fb1bff741c5" providerId="ADAL" clId="{27D78546-C880-444F-8CD5-E7186DEC6647}" dt="2023-01-30T11:07:25.367" v="304" actId="478"/>
          <ac:inkMkLst>
            <pc:docMk/>
            <pc:sldMk cId="608910567" sldId="275"/>
            <ac:inkMk id="20" creationId="{56EF7571-4EA8-24D4-785A-319B646A07A7}"/>
          </ac:inkMkLst>
        </pc:inkChg>
        <pc:inkChg chg="add">
          <ac:chgData name="Ferrer-Bonsoms Hernandez, Juan Angel" userId="3ee72a98-c108-4a22-84cf-0fb1bff741c5" providerId="ADAL" clId="{27D78546-C880-444F-8CD5-E7186DEC6647}" dt="2023-01-30T11:10:17.669" v="366" actId="9405"/>
          <ac:inkMkLst>
            <pc:docMk/>
            <pc:sldMk cId="608910567" sldId="275"/>
            <ac:inkMk id="21" creationId="{43B65287-2EC1-59BD-DEF3-4F9E536CD991}"/>
          </ac:inkMkLst>
        </pc:inkChg>
        <pc:inkChg chg="del">
          <ac:chgData name="Ferrer-Bonsoms Hernandez, Juan Angel" userId="3ee72a98-c108-4a22-84cf-0fb1bff741c5" providerId="ADAL" clId="{27D78546-C880-444F-8CD5-E7186DEC6647}" dt="2023-01-30T11:07:26.597" v="306" actId="478"/>
          <ac:inkMkLst>
            <pc:docMk/>
            <pc:sldMk cId="608910567" sldId="275"/>
            <ac:inkMk id="22" creationId="{A7A65928-3B3F-F1EE-B9D9-1AEFAE0E7011}"/>
          </ac:inkMkLst>
        </pc:inkChg>
        <pc:inkChg chg="add">
          <ac:chgData name="Ferrer-Bonsoms Hernandez, Juan Angel" userId="3ee72a98-c108-4a22-84cf-0fb1bff741c5" providerId="ADAL" clId="{27D78546-C880-444F-8CD5-E7186DEC6647}" dt="2023-01-30T11:10:21.965" v="367" actId="9405"/>
          <ac:inkMkLst>
            <pc:docMk/>
            <pc:sldMk cId="608910567" sldId="275"/>
            <ac:inkMk id="23" creationId="{99CABEE2-FA58-6EB6-0DA9-5B4184275287}"/>
          </ac:inkMkLst>
        </pc:inkChg>
        <pc:inkChg chg="add">
          <ac:chgData name="Ferrer-Bonsoms Hernandez, Juan Angel" userId="3ee72a98-c108-4a22-84cf-0fb1bff741c5" providerId="ADAL" clId="{27D78546-C880-444F-8CD5-E7186DEC6647}" dt="2023-01-30T11:10:25.990" v="368" actId="9405"/>
          <ac:inkMkLst>
            <pc:docMk/>
            <pc:sldMk cId="608910567" sldId="275"/>
            <ac:inkMk id="25" creationId="{73F8B5D6-96DC-1C75-920D-A5884E6C7E7E}"/>
          </ac:inkMkLst>
        </pc:inkChg>
        <pc:inkChg chg="add">
          <ac:chgData name="Ferrer-Bonsoms Hernandez, Juan Angel" userId="3ee72a98-c108-4a22-84cf-0fb1bff741c5" providerId="ADAL" clId="{27D78546-C880-444F-8CD5-E7186DEC6647}" dt="2023-01-30T11:10:41.886" v="369" actId="9405"/>
          <ac:inkMkLst>
            <pc:docMk/>
            <pc:sldMk cId="608910567" sldId="275"/>
            <ac:inkMk id="26" creationId="{A619B9EA-B8B2-B4B7-A357-EA9099260F41}"/>
          </ac:inkMkLst>
        </pc:inkChg>
        <pc:inkChg chg="add">
          <ac:chgData name="Ferrer-Bonsoms Hernandez, Juan Angel" userId="3ee72a98-c108-4a22-84cf-0fb1bff741c5" providerId="ADAL" clId="{27D78546-C880-444F-8CD5-E7186DEC6647}" dt="2023-01-30T11:10:44.373" v="370" actId="9405"/>
          <ac:inkMkLst>
            <pc:docMk/>
            <pc:sldMk cId="608910567" sldId="275"/>
            <ac:inkMk id="27" creationId="{F48947F8-2D75-44B8-18F9-0FD8E20D04DF}"/>
          </ac:inkMkLst>
        </pc:inkChg>
        <pc:inkChg chg="add">
          <ac:chgData name="Ferrer-Bonsoms Hernandez, Juan Angel" userId="3ee72a98-c108-4a22-84cf-0fb1bff741c5" providerId="ADAL" clId="{27D78546-C880-444F-8CD5-E7186DEC6647}" dt="2023-01-30T11:10:50.180" v="371" actId="9405"/>
          <ac:inkMkLst>
            <pc:docMk/>
            <pc:sldMk cId="608910567" sldId="275"/>
            <ac:inkMk id="28" creationId="{D1D6A919-3A80-F5FC-E867-AA7BB71FADFC}"/>
          </ac:inkMkLst>
        </pc:inkChg>
        <pc:inkChg chg="add del">
          <ac:chgData name="Ferrer-Bonsoms Hernandez, Juan Angel" userId="3ee72a98-c108-4a22-84cf-0fb1bff741c5" providerId="ADAL" clId="{27D78546-C880-444F-8CD5-E7186DEC6647}" dt="2023-01-30T11:19:13.673" v="451" actId="9405"/>
          <ac:inkMkLst>
            <pc:docMk/>
            <pc:sldMk cId="608910567" sldId="275"/>
            <ac:inkMk id="33" creationId="{2A2FF541-4998-1557-7EC8-F0E1B776E432}"/>
          </ac:inkMkLst>
        </pc:inkChg>
        <pc:inkChg chg="add">
          <ac:chgData name="Ferrer-Bonsoms Hernandez, Juan Angel" userId="3ee72a98-c108-4a22-84cf-0fb1bff741c5" providerId="ADAL" clId="{27D78546-C880-444F-8CD5-E7186DEC6647}" dt="2023-01-30T11:19:16.041" v="452" actId="9405"/>
          <ac:inkMkLst>
            <pc:docMk/>
            <pc:sldMk cId="608910567" sldId="275"/>
            <ac:inkMk id="34" creationId="{D0B6FAD9-CE3F-9B93-CA5D-AB457CEBAFCD}"/>
          </ac:inkMkLst>
        </pc:inkChg>
        <pc:inkChg chg="add">
          <ac:chgData name="Ferrer-Bonsoms Hernandez, Juan Angel" userId="3ee72a98-c108-4a22-84cf-0fb1bff741c5" providerId="ADAL" clId="{27D78546-C880-444F-8CD5-E7186DEC6647}" dt="2023-01-30T11:19:18.622" v="453" actId="9405"/>
          <ac:inkMkLst>
            <pc:docMk/>
            <pc:sldMk cId="608910567" sldId="275"/>
            <ac:inkMk id="35" creationId="{4F879F3C-EA0A-EF19-A32D-BC2ABA397BFB}"/>
          </ac:inkMkLst>
        </pc:inkChg>
        <pc:inkChg chg="add">
          <ac:chgData name="Ferrer-Bonsoms Hernandez, Juan Angel" userId="3ee72a98-c108-4a22-84cf-0fb1bff741c5" providerId="ADAL" clId="{27D78546-C880-444F-8CD5-E7186DEC6647}" dt="2023-01-30T11:19:23.114" v="454" actId="9405"/>
          <ac:inkMkLst>
            <pc:docMk/>
            <pc:sldMk cId="608910567" sldId="275"/>
            <ac:inkMk id="36" creationId="{C37B882E-24C7-B63C-3F56-E96D8C305EEF}"/>
          </ac:inkMkLst>
        </pc:inkChg>
        <pc:inkChg chg="add mod">
          <ac:chgData name="Ferrer-Bonsoms Hernandez, Juan Angel" userId="3ee72a98-c108-4a22-84cf-0fb1bff741c5" providerId="ADAL" clId="{27D78546-C880-444F-8CD5-E7186DEC6647}" dt="2023-01-30T11:26:20.094" v="571" actId="1035"/>
          <ac:inkMkLst>
            <pc:docMk/>
            <pc:sldMk cId="608910567" sldId="275"/>
            <ac:inkMk id="40" creationId="{21B2F592-5BA9-CB49-B3D2-9D7830B013EA}"/>
          </ac:inkMkLst>
        </pc:inkChg>
        <pc:inkChg chg="add mod">
          <ac:chgData name="Ferrer-Bonsoms Hernandez, Juan Angel" userId="3ee72a98-c108-4a22-84cf-0fb1bff741c5" providerId="ADAL" clId="{27D78546-C880-444F-8CD5-E7186DEC6647}" dt="2023-01-30T11:26:25.395" v="573" actId="1076"/>
          <ac:inkMkLst>
            <pc:docMk/>
            <pc:sldMk cId="608910567" sldId="275"/>
            <ac:inkMk id="46" creationId="{323F51FB-7FD5-80E4-84A0-DF0C5595AB89}"/>
          </ac:inkMkLst>
        </pc:inkChg>
        <pc:inkChg chg="add mod">
          <ac:chgData name="Ferrer-Bonsoms Hernandez, Juan Angel" userId="3ee72a98-c108-4a22-84cf-0fb1bff741c5" providerId="ADAL" clId="{27D78546-C880-444F-8CD5-E7186DEC6647}" dt="2023-01-30T11:40:13.516" v="651" actId="1076"/>
          <ac:inkMkLst>
            <pc:docMk/>
            <pc:sldMk cId="608910567" sldId="275"/>
            <ac:inkMk id="51" creationId="{30E88AD4-7285-F057-46FC-FCF74A2C30D5}"/>
          </ac:inkMkLst>
        </pc:inkChg>
        <pc:inkChg chg="add mod">
          <ac:chgData name="Ferrer-Bonsoms Hernandez, Juan Angel" userId="3ee72a98-c108-4a22-84cf-0fb1bff741c5" providerId="ADAL" clId="{27D78546-C880-444F-8CD5-E7186DEC6647}" dt="2023-01-30T11:40:20.958" v="656" actId="1035"/>
          <ac:inkMkLst>
            <pc:docMk/>
            <pc:sldMk cId="608910567" sldId="275"/>
            <ac:inkMk id="52" creationId="{4520B880-7923-A1CD-124A-B920F6151BDC}"/>
          </ac:inkMkLst>
        </pc:inkChg>
        <pc:inkChg chg="add mod">
          <ac:chgData name="Ferrer-Bonsoms Hernandez, Juan Angel" userId="3ee72a98-c108-4a22-84cf-0fb1bff741c5" providerId="ADAL" clId="{27D78546-C880-444F-8CD5-E7186DEC6647}" dt="2023-01-30T11:40:25.397" v="658" actId="1076"/>
          <ac:inkMkLst>
            <pc:docMk/>
            <pc:sldMk cId="608910567" sldId="275"/>
            <ac:inkMk id="53" creationId="{F802CA52-055C-6512-84DE-74DA70CD00D8}"/>
          </ac:inkMkLst>
        </pc:inkChg>
        <pc:cxnChg chg="del">
          <ac:chgData name="Ferrer-Bonsoms Hernandez, Juan Angel" userId="3ee72a98-c108-4a22-84cf-0fb1bff741c5" providerId="ADAL" clId="{27D78546-C880-444F-8CD5-E7186DEC6647}" dt="2023-01-30T11:07:31.940" v="310" actId="478"/>
          <ac:cxnSpMkLst>
            <pc:docMk/>
            <pc:sldMk cId="608910567" sldId="275"/>
            <ac:cxnSpMk id="8" creationId="{05CFC35D-CB15-C0DA-9F0C-1E5CFFD3CC84}"/>
          </ac:cxnSpMkLst>
        </pc:cxnChg>
        <pc:cxnChg chg="del">
          <ac:chgData name="Ferrer-Bonsoms Hernandez, Juan Angel" userId="3ee72a98-c108-4a22-84cf-0fb1bff741c5" providerId="ADAL" clId="{27D78546-C880-444F-8CD5-E7186DEC6647}" dt="2023-01-30T11:07:31.306" v="309" actId="478"/>
          <ac:cxnSpMkLst>
            <pc:docMk/>
            <pc:sldMk cId="608910567" sldId="275"/>
            <ac:cxnSpMk id="9" creationId="{FF6046A9-B87A-7959-08E3-71EC339CAEE2}"/>
          </ac:cxnSpMkLst>
        </pc:cxnChg>
      </pc:sldChg>
      <pc:sldChg chg="addSp delSp modSp add mod">
        <pc:chgData name="Ferrer-Bonsoms Hernandez, Juan Angel" userId="3ee72a98-c108-4a22-84cf-0fb1bff741c5" providerId="ADAL" clId="{27D78546-C880-444F-8CD5-E7186DEC6647}" dt="2023-01-30T15:22:25.433" v="1877"/>
        <pc:sldMkLst>
          <pc:docMk/>
          <pc:sldMk cId="203061699" sldId="276"/>
        </pc:sldMkLst>
        <pc:spChg chg="del">
          <ac:chgData name="Ferrer-Bonsoms Hernandez, Juan Angel" userId="3ee72a98-c108-4a22-84cf-0fb1bff741c5" providerId="ADAL" clId="{27D78546-C880-444F-8CD5-E7186DEC6647}" dt="2023-01-30T11:51:26.854" v="840" actId="478"/>
          <ac:spMkLst>
            <pc:docMk/>
            <pc:sldMk cId="203061699" sldId="276"/>
            <ac:spMk id="32" creationId="{043159AA-7BF4-2F35-CE0D-3F88198C06EC}"/>
          </ac:spMkLst>
        </pc:spChg>
        <pc:picChg chg="add mod">
          <ac:chgData name="Ferrer-Bonsoms Hernandez, Juan Angel" userId="3ee72a98-c108-4a22-84cf-0fb1bff741c5" providerId="ADAL" clId="{27D78546-C880-444F-8CD5-E7186DEC6647}" dt="2023-01-30T14:16:32.789" v="846" actId="14100"/>
          <ac:picMkLst>
            <pc:docMk/>
            <pc:sldMk cId="203061699" sldId="276"/>
            <ac:picMk id="2" creationId="{9B59B6A1-440B-504E-734E-2EB36C4633ED}"/>
          </ac:picMkLst>
        </pc:picChg>
        <pc:picChg chg="add mod">
          <ac:chgData name="Ferrer-Bonsoms Hernandez, Juan Angel" userId="3ee72a98-c108-4a22-84cf-0fb1bff741c5" providerId="ADAL" clId="{27D78546-C880-444F-8CD5-E7186DEC6647}" dt="2023-01-30T15:22:25.433" v="1877"/>
          <ac:picMkLst>
            <pc:docMk/>
            <pc:sldMk cId="203061699" sldId="276"/>
            <ac:picMk id="4" creationId="{76C8C3D3-FAE8-F3CC-A979-239436DEC667}"/>
          </ac:picMkLst>
        </pc:picChg>
        <pc:picChg chg="del">
          <ac:chgData name="Ferrer-Bonsoms Hernandez, Juan Angel" userId="3ee72a98-c108-4a22-84cf-0fb1bff741c5" providerId="ADAL" clId="{27D78546-C880-444F-8CD5-E7186DEC6647}" dt="2023-01-30T11:51:23.737" v="838" actId="478"/>
          <ac:picMkLst>
            <pc:docMk/>
            <pc:sldMk cId="203061699" sldId="276"/>
            <ac:picMk id="31" creationId="{5BF0B290-8392-E636-9D01-2214ECCF3A3B}"/>
          </ac:picMkLst>
        </pc:picChg>
        <pc:inkChg chg="del">
          <ac:chgData name="Ferrer-Bonsoms Hernandez, Juan Angel" userId="3ee72a98-c108-4a22-84cf-0fb1bff741c5" providerId="ADAL" clId="{27D78546-C880-444F-8CD5-E7186DEC6647}" dt="2023-01-30T11:51:28.600" v="841" actId="478"/>
          <ac:inkMkLst>
            <pc:docMk/>
            <pc:sldMk cId="203061699" sldId="276"/>
            <ac:inkMk id="34" creationId="{D0B6FAD9-CE3F-9B93-CA5D-AB457CEBAFCD}"/>
          </ac:inkMkLst>
        </pc:inkChg>
        <pc:inkChg chg="del">
          <ac:chgData name="Ferrer-Bonsoms Hernandez, Juan Angel" userId="3ee72a98-c108-4a22-84cf-0fb1bff741c5" providerId="ADAL" clId="{27D78546-C880-444F-8CD5-E7186DEC6647}" dt="2023-01-30T11:51:28.600" v="841" actId="478"/>
          <ac:inkMkLst>
            <pc:docMk/>
            <pc:sldMk cId="203061699" sldId="276"/>
            <ac:inkMk id="35" creationId="{4F879F3C-EA0A-EF19-A32D-BC2ABA397BFB}"/>
          </ac:inkMkLst>
        </pc:inkChg>
        <pc:inkChg chg="del">
          <ac:chgData name="Ferrer-Bonsoms Hernandez, Juan Angel" userId="3ee72a98-c108-4a22-84cf-0fb1bff741c5" providerId="ADAL" clId="{27D78546-C880-444F-8CD5-E7186DEC6647}" dt="2023-01-30T11:51:24.593" v="839" actId="478"/>
          <ac:inkMkLst>
            <pc:docMk/>
            <pc:sldMk cId="203061699" sldId="276"/>
            <ac:inkMk id="36" creationId="{C37B882E-24C7-B63C-3F56-E96D8C305EEF}"/>
          </ac:inkMkLst>
        </pc:inkChg>
      </pc:sldChg>
      <pc:sldChg chg="addSp delSp modSp add mod">
        <pc:chgData name="Ferrer-Bonsoms Hernandez, Juan Angel" userId="3ee72a98-c108-4a22-84cf-0fb1bff741c5" providerId="ADAL" clId="{27D78546-C880-444F-8CD5-E7186DEC6647}" dt="2023-01-30T15:22:23.600" v="1876"/>
        <pc:sldMkLst>
          <pc:docMk/>
          <pc:sldMk cId="3770120386" sldId="277"/>
        </pc:sldMkLst>
        <pc:spChg chg="del">
          <ac:chgData name="Ferrer-Bonsoms Hernandez, Juan Angel" userId="3ee72a98-c108-4a22-84cf-0fb1bff741c5" providerId="ADAL" clId="{27D78546-C880-444F-8CD5-E7186DEC6647}" dt="2023-01-30T14:19:28.841" v="890" actId="478"/>
          <ac:spMkLst>
            <pc:docMk/>
            <pc:sldMk cId="3770120386" sldId="277"/>
            <ac:spMk id="3" creationId="{B22987D5-A4D8-7F43-4BCB-5C1D2D40D7A8}"/>
          </ac:spMkLst>
        </pc:spChg>
        <pc:spChg chg="add mod">
          <ac:chgData name="Ferrer-Bonsoms Hernandez, Juan Angel" userId="3ee72a98-c108-4a22-84cf-0fb1bff741c5" providerId="ADAL" clId="{27D78546-C880-444F-8CD5-E7186DEC6647}" dt="2023-01-30T14:19:29.878" v="891"/>
          <ac:spMkLst>
            <pc:docMk/>
            <pc:sldMk cId="3770120386" sldId="277"/>
            <ac:spMk id="4" creationId="{6BF4E3B7-D780-77F3-EAC6-42E779568F90}"/>
          </ac:spMkLst>
        </pc:spChg>
        <pc:spChg chg="add mod">
          <ac:chgData name="Ferrer-Bonsoms Hernandez, Juan Angel" userId="3ee72a98-c108-4a22-84cf-0fb1bff741c5" providerId="ADAL" clId="{27D78546-C880-444F-8CD5-E7186DEC6647}" dt="2023-01-30T15:15:49.092" v="1560" actId="20577"/>
          <ac:spMkLst>
            <pc:docMk/>
            <pc:sldMk cId="3770120386" sldId="277"/>
            <ac:spMk id="5" creationId="{9E0B27FE-8D2C-4073-4787-144401EECC0F}"/>
          </ac:spMkLst>
        </pc:spChg>
        <pc:spChg chg="add mod">
          <ac:chgData name="Ferrer-Bonsoms Hernandez, Juan Angel" userId="3ee72a98-c108-4a22-84cf-0fb1bff741c5" providerId="ADAL" clId="{27D78546-C880-444F-8CD5-E7186DEC6647}" dt="2023-01-30T14:28:25.388" v="1195" actId="1076"/>
          <ac:spMkLst>
            <pc:docMk/>
            <pc:sldMk cId="3770120386" sldId="277"/>
            <ac:spMk id="8" creationId="{1AF8E65C-9D00-36BA-BF12-C65332F59F92}"/>
          </ac:spMkLst>
        </pc:spChg>
        <pc:spChg chg="mod">
          <ac:chgData name="Ferrer-Bonsoms Hernandez, Juan Angel" userId="3ee72a98-c108-4a22-84cf-0fb1bff741c5" providerId="ADAL" clId="{27D78546-C880-444F-8CD5-E7186DEC6647}" dt="2023-01-30T14:17:31.846" v="888" actId="20577"/>
          <ac:spMkLst>
            <pc:docMk/>
            <pc:sldMk cId="3770120386" sldId="277"/>
            <ac:spMk id="15" creationId="{12D2CBB8-CDAF-684F-A9F2-5DC092116F68}"/>
          </ac:spMkLst>
        </pc:spChg>
        <pc:spChg chg="del">
          <ac:chgData name="Ferrer-Bonsoms Hernandez, Juan Angel" userId="3ee72a98-c108-4a22-84cf-0fb1bff741c5" providerId="ADAL" clId="{27D78546-C880-444F-8CD5-E7186DEC6647}" dt="2023-01-30T14:19:27.505" v="889" actId="478"/>
          <ac:spMkLst>
            <pc:docMk/>
            <pc:sldMk cId="3770120386" sldId="277"/>
            <ac:spMk id="19" creationId="{4F9C47C3-EC66-63CE-DE5D-BF857B6F8BB0}"/>
          </ac:spMkLst>
        </pc:spChg>
        <pc:spChg chg="del">
          <ac:chgData name="Ferrer-Bonsoms Hernandez, Juan Angel" userId="3ee72a98-c108-4a22-84cf-0fb1bff741c5" providerId="ADAL" clId="{27D78546-C880-444F-8CD5-E7186DEC6647}" dt="2023-01-30T14:17:17.110" v="851" actId="478"/>
          <ac:spMkLst>
            <pc:docMk/>
            <pc:sldMk cId="3770120386" sldId="277"/>
            <ac:spMk id="29" creationId="{869B2290-0270-0350-DFC6-8F3F44DEC94F}"/>
          </ac:spMkLst>
        </pc:spChg>
        <pc:spChg chg="del">
          <ac:chgData name="Ferrer-Bonsoms Hernandez, Juan Angel" userId="3ee72a98-c108-4a22-84cf-0fb1bff741c5" providerId="ADAL" clId="{27D78546-C880-444F-8CD5-E7186DEC6647}" dt="2023-01-30T14:17:17.110" v="851" actId="478"/>
          <ac:spMkLst>
            <pc:docMk/>
            <pc:sldMk cId="3770120386" sldId="277"/>
            <ac:spMk id="39" creationId="{2F4E5B2B-7B7B-51F1-A7D0-F4D120A3BBEB}"/>
          </ac:spMkLst>
        </pc:spChg>
        <pc:spChg chg="del">
          <ac:chgData name="Ferrer-Bonsoms Hernandez, Juan Angel" userId="3ee72a98-c108-4a22-84cf-0fb1bff741c5" providerId="ADAL" clId="{27D78546-C880-444F-8CD5-E7186DEC6647}" dt="2023-01-30T14:17:13.932" v="850" actId="478"/>
          <ac:spMkLst>
            <pc:docMk/>
            <pc:sldMk cId="3770120386" sldId="277"/>
            <ac:spMk id="42" creationId="{CADC33FE-2942-2861-E5F3-8A6900E91074}"/>
          </ac:spMkLst>
        </pc:spChg>
        <pc:spChg chg="del">
          <ac:chgData name="Ferrer-Bonsoms Hernandez, Juan Angel" userId="3ee72a98-c108-4a22-84cf-0fb1bff741c5" providerId="ADAL" clId="{27D78546-C880-444F-8CD5-E7186DEC6647}" dt="2023-01-30T14:17:17.110" v="851" actId="478"/>
          <ac:spMkLst>
            <pc:docMk/>
            <pc:sldMk cId="3770120386" sldId="277"/>
            <ac:spMk id="45" creationId="{F6C3F209-D555-745C-30C5-948A55EEA97C}"/>
          </ac:spMkLst>
        </pc:spChg>
        <pc:spChg chg="del">
          <ac:chgData name="Ferrer-Bonsoms Hernandez, Juan Angel" userId="3ee72a98-c108-4a22-84cf-0fb1bff741c5" providerId="ADAL" clId="{27D78546-C880-444F-8CD5-E7186DEC6647}" dt="2023-01-30T14:17:13.932" v="850" actId="478"/>
          <ac:spMkLst>
            <pc:docMk/>
            <pc:sldMk cId="3770120386" sldId="277"/>
            <ac:spMk id="47" creationId="{41B60AEE-B9BD-8827-ADE1-49C7F2A085BA}"/>
          </ac:spMkLst>
        </pc:spChg>
        <pc:spChg chg="del">
          <ac:chgData name="Ferrer-Bonsoms Hernandez, Juan Angel" userId="3ee72a98-c108-4a22-84cf-0fb1bff741c5" providerId="ADAL" clId="{27D78546-C880-444F-8CD5-E7186DEC6647}" dt="2023-01-30T14:17:17.110" v="851" actId="478"/>
          <ac:spMkLst>
            <pc:docMk/>
            <pc:sldMk cId="3770120386" sldId="277"/>
            <ac:spMk id="50" creationId="{7177E086-7CBA-A8A0-7430-C89C11ED5D76}"/>
          </ac:spMkLst>
        </pc:spChg>
        <pc:spChg chg="del">
          <ac:chgData name="Ferrer-Bonsoms Hernandez, Juan Angel" userId="3ee72a98-c108-4a22-84cf-0fb1bff741c5" providerId="ADAL" clId="{27D78546-C880-444F-8CD5-E7186DEC6647}" dt="2023-01-30T14:17:13.932" v="850" actId="478"/>
          <ac:spMkLst>
            <pc:docMk/>
            <pc:sldMk cId="3770120386" sldId="277"/>
            <ac:spMk id="54" creationId="{E8F5DA8F-6DF4-1EC3-46D8-48000CEB4B89}"/>
          </ac:spMkLst>
        </pc:spChg>
        <pc:picChg chg="del">
          <ac:chgData name="Ferrer-Bonsoms Hernandez, Juan Angel" userId="3ee72a98-c108-4a22-84cf-0fb1bff741c5" providerId="ADAL" clId="{27D78546-C880-444F-8CD5-E7186DEC6647}" dt="2023-01-30T14:17:17.790" v="852" actId="478"/>
          <ac:picMkLst>
            <pc:docMk/>
            <pc:sldMk cId="3770120386" sldId="277"/>
            <ac:picMk id="2" creationId="{9B59B6A1-440B-504E-734E-2EB36C4633ED}"/>
          </ac:picMkLst>
        </pc:picChg>
        <pc:picChg chg="del">
          <ac:chgData name="Ferrer-Bonsoms Hernandez, Juan Angel" userId="3ee72a98-c108-4a22-84cf-0fb1bff741c5" providerId="ADAL" clId="{27D78546-C880-444F-8CD5-E7186DEC6647}" dt="2023-01-30T14:17:08.215" v="848" actId="478"/>
          <ac:picMkLst>
            <pc:docMk/>
            <pc:sldMk cId="3770120386" sldId="277"/>
            <ac:picMk id="18" creationId="{FBE9A8AF-4B40-F0F8-1FD5-A2A920EA924D}"/>
          </ac:picMkLst>
        </pc:picChg>
        <pc:picChg chg="add mod">
          <ac:chgData name="Ferrer-Bonsoms Hernandez, Juan Angel" userId="3ee72a98-c108-4a22-84cf-0fb1bff741c5" providerId="ADAL" clId="{27D78546-C880-444F-8CD5-E7186DEC6647}" dt="2023-01-30T14:59:36.593" v="1393" actId="1076"/>
          <ac:picMkLst>
            <pc:docMk/>
            <pc:sldMk cId="3770120386" sldId="277"/>
            <ac:picMk id="22" creationId="{315E490C-298F-3331-59B8-8D37D680E8E2}"/>
          </ac:picMkLst>
        </pc:picChg>
        <pc:picChg chg="add mod">
          <ac:chgData name="Ferrer-Bonsoms Hernandez, Juan Angel" userId="3ee72a98-c108-4a22-84cf-0fb1bff741c5" providerId="ADAL" clId="{27D78546-C880-444F-8CD5-E7186DEC6647}" dt="2023-01-30T15:22:23.600" v="1876"/>
          <ac:picMkLst>
            <pc:docMk/>
            <pc:sldMk cId="3770120386" sldId="277"/>
            <ac:picMk id="24" creationId="{B93C7731-9F70-C1F6-AC83-4037A4BCA41A}"/>
          </ac:picMkLst>
        </pc:picChg>
        <pc:picChg chg="del">
          <ac:chgData name="Ferrer-Bonsoms Hernandez, Juan Angel" userId="3ee72a98-c108-4a22-84cf-0fb1bff741c5" providerId="ADAL" clId="{27D78546-C880-444F-8CD5-E7186DEC6647}" dt="2023-01-30T14:17:13.932" v="850" actId="478"/>
          <ac:picMkLst>
            <pc:docMk/>
            <pc:sldMk cId="3770120386" sldId="277"/>
            <ac:picMk id="38" creationId="{F991E9AC-543A-DD66-7D33-7BD33554E405}"/>
          </ac:picMkLst>
        </pc:picChg>
        <pc:picChg chg="del">
          <ac:chgData name="Ferrer-Bonsoms Hernandez, Juan Angel" userId="3ee72a98-c108-4a22-84cf-0fb1bff741c5" providerId="ADAL" clId="{27D78546-C880-444F-8CD5-E7186DEC6647}" dt="2023-01-30T14:17:13.932" v="850" actId="478"/>
          <ac:picMkLst>
            <pc:docMk/>
            <pc:sldMk cId="3770120386" sldId="277"/>
            <ac:picMk id="44" creationId="{1BE18D7E-0F2F-1C1E-6448-A348DB235AD3}"/>
          </ac:picMkLst>
        </pc:picChg>
        <pc:picChg chg="del">
          <ac:chgData name="Ferrer-Bonsoms Hernandez, Juan Angel" userId="3ee72a98-c108-4a22-84cf-0fb1bff741c5" providerId="ADAL" clId="{27D78546-C880-444F-8CD5-E7186DEC6647}" dt="2023-01-30T14:17:13.932" v="850" actId="478"/>
          <ac:picMkLst>
            <pc:docMk/>
            <pc:sldMk cId="3770120386" sldId="277"/>
            <ac:picMk id="49" creationId="{E4275685-6C34-7E7F-5943-7A9F76381AB5}"/>
          </ac:picMkLst>
        </pc:picChg>
        <pc:inkChg chg="add del">
          <ac:chgData name="Ferrer-Bonsoms Hernandez, Juan Angel" userId="3ee72a98-c108-4a22-84cf-0fb1bff741c5" providerId="ADAL" clId="{27D78546-C880-444F-8CD5-E7186DEC6647}" dt="2023-01-30T14:28:37.552" v="1197" actId="9405"/>
          <ac:inkMkLst>
            <pc:docMk/>
            <pc:sldMk cId="3770120386" sldId="277"/>
            <ac:inkMk id="9" creationId="{8570917A-70C8-80C6-0057-40C7EBCC2197}"/>
          </ac:inkMkLst>
        </pc:inkChg>
        <pc:inkChg chg="add">
          <ac:chgData name="Ferrer-Bonsoms Hernandez, Juan Angel" userId="3ee72a98-c108-4a22-84cf-0fb1bff741c5" providerId="ADAL" clId="{27D78546-C880-444F-8CD5-E7186DEC6647}" dt="2023-01-30T14:28:44.247" v="1198" actId="9405"/>
          <ac:inkMkLst>
            <pc:docMk/>
            <pc:sldMk cId="3770120386" sldId="277"/>
            <ac:inkMk id="10" creationId="{516DB8C1-9508-F170-0058-A6C55F665A72}"/>
          </ac:inkMkLst>
        </pc:inkChg>
        <pc:inkChg chg="add">
          <ac:chgData name="Ferrer-Bonsoms Hernandez, Juan Angel" userId="3ee72a98-c108-4a22-84cf-0fb1bff741c5" providerId="ADAL" clId="{27D78546-C880-444F-8CD5-E7186DEC6647}" dt="2023-01-30T14:28:48.583" v="1199" actId="9405"/>
          <ac:inkMkLst>
            <pc:docMk/>
            <pc:sldMk cId="3770120386" sldId="277"/>
            <ac:inkMk id="11" creationId="{4EE13518-3A31-FDE2-4AEE-CBF3EC0D9E4E}"/>
          </ac:inkMkLst>
        </pc:inkChg>
        <pc:inkChg chg="add">
          <ac:chgData name="Ferrer-Bonsoms Hernandez, Juan Angel" userId="3ee72a98-c108-4a22-84cf-0fb1bff741c5" providerId="ADAL" clId="{27D78546-C880-444F-8CD5-E7186DEC6647}" dt="2023-01-30T14:28:51.967" v="1200" actId="9405"/>
          <ac:inkMkLst>
            <pc:docMk/>
            <pc:sldMk cId="3770120386" sldId="277"/>
            <ac:inkMk id="12" creationId="{FBC000DA-3210-EFC9-D3E1-0D564A1EBFE0}"/>
          </ac:inkMkLst>
        </pc:inkChg>
        <pc:inkChg chg="add">
          <ac:chgData name="Ferrer-Bonsoms Hernandez, Juan Angel" userId="3ee72a98-c108-4a22-84cf-0fb1bff741c5" providerId="ADAL" clId="{27D78546-C880-444F-8CD5-E7186DEC6647}" dt="2023-01-30T14:28:55.967" v="1201" actId="9405"/>
          <ac:inkMkLst>
            <pc:docMk/>
            <pc:sldMk cId="3770120386" sldId="277"/>
            <ac:inkMk id="14" creationId="{578B7E5B-B562-F820-26B8-20BE6151DE00}"/>
          </ac:inkMkLst>
        </pc:inkChg>
        <pc:inkChg chg="add">
          <ac:chgData name="Ferrer-Bonsoms Hernandez, Juan Angel" userId="3ee72a98-c108-4a22-84cf-0fb1bff741c5" providerId="ADAL" clId="{27D78546-C880-444F-8CD5-E7186DEC6647}" dt="2023-01-30T14:28:58.583" v="1202" actId="9405"/>
          <ac:inkMkLst>
            <pc:docMk/>
            <pc:sldMk cId="3770120386" sldId="277"/>
            <ac:inkMk id="16" creationId="{572790FC-B0E9-15B9-689B-4113AC929B44}"/>
          </ac:inkMkLst>
        </pc:inkChg>
        <pc:inkChg chg="add">
          <ac:chgData name="Ferrer-Bonsoms Hernandez, Juan Angel" userId="3ee72a98-c108-4a22-84cf-0fb1bff741c5" providerId="ADAL" clId="{27D78546-C880-444F-8CD5-E7186DEC6647}" dt="2023-01-30T14:28:59.807" v="1203" actId="9405"/>
          <ac:inkMkLst>
            <pc:docMk/>
            <pc:sldMk cId="3770120386" sldId="277"/>
            <ac:inkMk id="17" creationId="{1505F200-B0E4-1409-5CAE-24CAA41F0939}"/>
          </ac:inkMkLst>
        </pc:inkChg>
        <pc:inkChg chg="del">
          <ac:chgData name="Ferrer-Bonsoms Hernandez, Juan Angel" userId="3ee72a98-c108-4a22-84cf-0fb1bff741c5" providerId="ADAL" clId="{27D78546-C880-444F-8CD5-E7186DEC6647}" dt="2023-01-30T14:17:13.932" v="850" actId="478"/>
          <ac:inkMkLst>
            <pc:docMk/>
            <pc:sldMk cId="3770120386" sldId="277"/>
            <ac:inkMk id="21" creationId="{43B65287-2EC1-59BD-DEF3-4F9E536CD991}"/>
          </ac:inkMkLst>
        </pc:inkChg>
        <pc:inkChg chg="del">
          <ac:chgData name="Ferrer-Bonsoms Hernandez, Juan Angel" userId="3ee72a98-c108-4a22-84cf-0fb1bff741c5" providerId="ADAL" clId="{27D78546-C880-444F-8CD5-E7186DEC6647}" dt="2023-01-30T14:17:10.405" v="849" actId="478"/>
          <ac:inkMkLst>
            <pc:docMk/>
            <pc:sldMk cId="3770120386" sldId="277"/>
            <ac:inkMk id="23" creationId="{99CABEE2-FA58-6EB6-0DA9-5B4184275287}"/>
          </ac:inkMkLst>
        </pc:inkChg>
        <pc:inkChg chg="del">
          <ac:chgData name="Ferrer-Bonsoms Hernandez, Juan Angel" userId="3ee72a98-c108-4a22-84cf-0fb1bff741c5" providerId="ADAL" clId="{27D78546-C880-444F-8CD5-E7186DEC6647}" dt="2023-01-30T14:17:19.927" v="853" actId="478"/>
          <ac:inkMkLst>
            <pc:docMk/>
            <pc:sldMk cId="3770120386" sldId="277"/>
            <ac:inkMk id="25" creationId="{73F8B5D6-96DC-1C75-920D-A5884E6C7E7E}"/>
          </ac:inkMkLst>
        </pc:inkChg>
        <pc:inkChg chg="del">
          <ac:chgData name="Ferrer-Bonsoms Hernandez, Juan Angel" userId="3ee72a98-c108-4a22-84cf-0fb1bff741c5" providerId="ADAL" clId="{27D78546-C880-444F-8CD5-E7186DEC6647}" dt="2023-01-30T14:17:13.932" v="850" actId="478"/>
          <ac:inkMkLst>
            <pc:docMk/>
            <pc:sldMk cId="3770120386" sldId="277"/>
            <ac:inkMk id="26" creationId="{A619B9EA-B8B2-B4B7-A357-EA9099260F41}"/>
          </ac:inkMkLst>
        </pc:inkChg>
        <pc:inkChg chg="del">
          <ac:chgData name="Ferrer-Bonsoms Hernandez, Juan Angel" userId="3ee72a98-c108-4a22-84cf-0fb1bff741c5" providerId="ADAL" clId="{27D78546-C880-444F-8CD5-E7186DEC6647}" dt="2023-01-30T14:17:10.405" v="849" actId="478"/>
          <ac:inkMkLst>
            <pc:docMk/>
            <pc:sldMk cId="3770120386" sldId="277"/>
            <ac:inkMk id="27" creationId="{F48947F8-2D75-44B8-18F9-0FD8E20D04DF}"/>
          </ac:inkMkLst>
        </pc:inkChg>
        <pc:inkChg chg="del">
          <ac:chgData name="Ferrer-Bonsoms Hernandez, Juan Angel" userId="3ee72a98-c108-4a22-84cf-0fb1bff741c5" providerId="ADAL" clId="{27D78546-C880-444F-8CD5-E7186DEC6647}" dt="2023-01-30T14:17:13.932" v="850" actId="478"/>
          <ac:inkMkLst>
            <pc:docMk/>
            <pc:sldMk cId="3770120386" sldId="277"/>
            <ac:inkMk id="28" creationId="{D1D6A919-3A80-F5FC-E867-AA7BB71FADFC}"/>
          </ac:inkMkLst>
        </pc:inkChg>
        <pc:inkChg chg="del">
          <ac:chgData name="Ferrer-Bonsoms Hernandez, Juan Angel" userId="3ee72a98-c108-4a22-84cf-0fb1bff741c5" providerId="ADAL" clId="{27D78546-C880-444F-8CD5-E7186DEC6647}" dt="2023-01-30T14:17:13.932" v="850" actId="478"/>
          <ac:inkMkLst>
            <pc:docMk/>
            <pc:sldMk cId="3770120386" sldId="277"/>
            <ac:inkMk id="40" creationId="{21B2F592-5BA9-CB49-B3D2-9D7830B013EA}"/>
          </ac:inkMkLst>
        </pc:inkChg>
        <pc:inkChg chg="del">
          <ac:chgData name="Ferrer-Bonsoms Hernandez, Juan Angel" userId="3ee72a98-c108-4a22-84cf-0fb1bff741c5" providerId="ADAL" clId="{27D78546-C880-444F-8CD5-E7186DEC6647}" dt="2023-01-30T14:17:13.932" v="850" actId="478"/>
          <ac:inkMkLst>
            <pc:docMk/>
            <pc:sldMk cId="3770120386" sldId="277"/>
            <ac:inkMk id="46" creationId="{323F51FB-7FD5-80E4-84A0-DF0C5595AB89}"/>
          </ac:inkMkLst>
        </pc:inkChg>
        <pc:inkChg chg="del">
          <ac:chgData name="Ferrer-Bonsoms Hernandez, Juan Angel" userId="3ee72a98-c108-4a22-84cf-0fb1bff741c5" providerId="ADAL" clId="{27D78546-C880-444F-8CD5-E7186DEC6647}" dt="2023-01-30T14:17:13.932" v="850" actId="478"/>
          <ac:inkMkLst>
            <pc:docMk/>
            <pc:sldMk cId="3770120386" sldId="277"/>
            <ac:inkMk id="51" creationId="{30E88AD4-7285-F057-46FC-FCF74A2C30D5}"/>
          </ac:inkMkLst>
        </pc:inkChg>
        <pc:inkChg chg="del">
          <ac:chgData name="Ferrer-Bonsoms Hernandez, Juan Angel" userId="3ee72a98-c108-4a22-84cf-0fb1bff741c5" providerId="ADAL" clId="{27D78546-C880-444F-8CD5-E7186DEC6647}" dt="2023-01-30T14:17:13.932" v="850" actId="478"/>
          <ac:inkMkLst>
            <pc:docMk/>
            <pc:sldMk cId="3770120386" sldId="277"/>
            <ac:inkMk id="52" creationId="{4520B880-7923-A1CD-124A-B920F6151BDC}"/>
          </ac:inkMkLst>
        </pc:inkChg>
        <pc:inkChg chg="del">
          <ac:chgData name="Ferrer-Bonsoms Hernandez, Juan Angel" userId="3ee72a98-c108-4a22-84cf-0fb1bff741c5" providerId="ADAL" clId="{27D78546-C880-444F-8CD5-E7186DEC6647}" dt="2023-01-30T14:17:13.932" v="850" actId="478"/>
          <ac:inkMkLst>
            <pc:docMk/>
            <pc:sldMk cId="3770120386" sldId="277"/>
            <ac:inkMk id="53" creationId="{F802CA52-055C-6512-84DE-74DA70CD00D8}"/>
          </ac:inkMkLst>
        </pc:inkChg>
      </pc:sldChg>
      <pc:sldChg chg="addSp delSp modSp add mod">
        <pc:chgData name="Ferrer-Bonsoms Hernandez, Juan Angel" userId="3ee72a98-c108-4a22-84cf-0fb1bff741c5" providerId="ADAL" clId="{27D78546-C880-444F-8CD5-E7186DEC6647}" dt="2023-01-30T15:30:33.728" v="2366" actId="113"/>
        <pc:sldMkLst>
          <pc:docMk/>
          <pc:sldMk cId="1115972108" sldId="278"/>
        </pc:sldMkLst>
        <pc:spChg chg="mod">
          <ac:chgData name="Ferrer-Bonsoms Hernandez, Juan Angel" userId="3ee72a98-c108-4a22-84cf-0fb1bff741c5" providerId="ADAL" clId="{27D78546-C880-444F-8CD5-E7186DEC6647}" dt="2023-01-30T15:30:33.728" v="2366" actId="113"/>
          <ac:spMkLst>
            <pc:docMk/>
            <pc:sldMk cId="1115972108" sldId="278"/>
            <ac:spMk id="5" creationId="{9E0B27FE-8D2C-4073-4787-144401EECC0F}"/>
          </ac:spMkLst>
        </pc:spChg>
        <pc:spChg chg="del">
          <ac:chgData name="Ferrer-Bonsoms Hernandez, Juan Angel" userId="3ee72a98-c108-4a22-84cf-0fb1bff741c5" providerId="ADAL" clId="{27D78546-C880-444F-8CD5-E7186DEC6647}" dt="2023-01-30T15:17:58.813" v="1562" actId="478"/>
          <ac:spMkLst>
            <pc:docMk/>
            <pc:sldMk cId="1115972108" sldId="278"/>
            <ac:spMk id="8" creationId="{1AF8E65C-9D00-36BA-BF12-C65332F59F92}"/>
          </ac:spMkLst>
        </pc:spChg>
        <pc:spChg chg="mod">
          <ac:chgData name="Ferrer-Bonsoms Hernandez, Juan Angel" userId="3ee72a98-c108-4a22-84cf-0fb1bff741c5" providerId="ADAL" clId="{27D78546-C880-444F-8CD5-E7186DEC6647}" dt="2023-01-30T15:18:10.892" v="1598" actId="20577"/>
          <ac:spMkLst>
            <pc:docMk/>
            <pc:sldMk cId="1115972108" sldId="278"/>
            <ac:spMk id="15" creationId="{12D2CBB8-CDAF-684F-A9F2-5DC092116F68}"/>
          </ac:spMkLst>
        </pc:spChg>
        <pc:picChg chg="add mod">
          <ac:chgData name="Ferrer-Bonsoms Hernandez, Juan Angel" userId="3ee72a98-c108-4a22-84cf-0fb1bff741c5" providerId="ADAL" clId="{27D78546-C880-444F-8CD5-E7186DEC6647}" dt="2023-01-30T15:22:21.849" v="1875"/>
          <ac:picMkLst>
            <pc:docMk/>
            <pc:sldMk cId="1115972108" sldId="278"/>
            <ac:picMk id="2" creationId="{9C40A5BE-1789-6B0C-BD3D-6D4EF15C5767}"/>
          </ac:picMkLst>
        </pc:picChg>
        <pc:picChg chg="del">
          <ac:chgData name="Ferrer-Bonsoms Hernandez, Juan Angel" userId="3ee72a98-c108-4a22-84cf-0fb1bff741c5" providerId="ADAL" clId="{27D78546-C880-444F-8CD5-E7186DEC6647}" dt="2023-01-30T15:17:59.804" v="1563" actId="478"/>
          <ac:picMkLst>
            <pc:docMk/>
            <pc:sldMk cId="1115972108" sldId="278"/>
            <ac:picMk id="22" creationId="{315E490C-298F-3331-59B8-8D37D680E8E2}"/>
          </ac:picMkLst>
        </pc:picChg>
        <pc:inkChg chg="del">
          <ac:chgData name="Ferrer-Bonsoms Hernandez, Juan Angel" userId="3ee72a98-c108-4a22-84cf-0fb1bff741c5" providerId="ADAL" clId="{27D78546-C880-444F-8CD5-E7186DEC6647}" dt="2023-01-30T15:17:58.813" v="1562" actId="478"/>
          <ac:inkMkLst>
            <pc:docMk/>
            <pc:sldMk cId="1115972108" sldId="278"/>
            <ac:inkMk id="10" creationId="{516DB8C1-9508-F170-0058-A6C55F665A72}"/>
          </ac:inkMkLst>
        </pc:inkChg>
        <pc:inkChg chg="del">
          <ac:chgData name="Ferrer-Bonsoms Hernandez, Juan Angel" userId="3ee72a98-c108-4a22-84cf-0fb1bff741c5" providerId="ADAL" clId="{27D78546-C880-444F-8CD5-E7186DEC6647}" dt="2023-01-30T15:17:58.813" v="1562" actId="478"/>
          <ac:inkMkLst>
            <pc:docMk/>
            <pc:sldMk cId="1115972108" sldId="278"/>
            <ac:inkMk id="11" creationId="{4EE13518-3A31-FDE2-4AEE-CBF3EC0D9E4E}"/>
          </ac:inkMkLst>
        </pc:inkChg>
        <pc:inkChg chg="del">
          <ac:chgData name="Ferrer-Bonsoms Hernandez, Juan Angel" userId="3ee72a98-c108-4a22-84cf-0fb1bff741c5" providerId="ADAL" clId="{27D78546-C880-444F-8CD5-E7186DEC6647}" dt="2023-01-30T15:17:58.813" v="1562" actId="478"/>
          <ac:inkMkLst>
            <pc:docMk/>
            <pc:sldMk cId="1115972108" sldId="278"/>
            <ac:inkMk id="12" creationId="{FBC000DA-3210-EFC9-D3E1-0D564A1EBFE0}"/>
          </ac:inkMkLst>
        </pc:inkChg>
        <pc:inkChg chg="del">
          <ac:chgData name="Ferrer-Bonsoms Hernandez, Juan Angel" userId="3ee72a98-c108-4a22-84cf-0fb1bff741c5" providerId="ADAL" clId="{27D78546-C880-444F-8CD5-E7186DEC6647}" dt="2023-01-30T15:17:58.813" v="1562" actId="478"/>
          <ac:inkMkLst>
            <pc:docMk/>
            <pc:sldMk cId="1115972108" sldId="278"/>
            <ac:inkMk id="14" creationId="{578B7E5B-B562-F820-26B8-20BE6151DE00}"/>
          </ac:inkMkLst>
        </pc:inkChg>
        <pc:inkChg chg="del">
          <ac:chgData name="Ferrer-Bonsoms Hernandez, Juan Angel" userId="3ee72a98-c108-4a22-84cf-0fb1bff741c5" providerId="ADAL" clId="{27D78546-C880-444F-8CD5-E7186DEC6647}" dt="2023-01-30T15:17:58.813" v="1562" actId="478"/>
          <ac:inkMkLst>
            <pc:docMk/>
            <pc:sldMk cId="1115972108" sldId="278"/>
            <ac:inkMk id="16" creationId="{572790FC-B0E9-15B9-689B-4113AC929B44}"/>
          </ac:inkMkLst>
        </pc:inkChg>
        <pc:inkChg chg="del">
          <ac:chgData name="Ferrer-Bonsoms Hernandez, Juan Angel" userId="3ee72a98-c108-4a22-84cf-0fb1bff741c5" providerId="ADAL" clId="{27D78546-C880-444F-8CD5-E7186DEC6647}" dt="2023-01-30T15:17:58.813" v="1562" actId="478"/>
          <ac:inkMkLst>
            <pc:docMk/>
            <pc:sldMk cId="1115972108" sldId="278"/>
            <ac:inkMk id="17" creationId="{1505F200-B0E4-1409-5CAE-24CAA41F0939}"/>
          </ac:inkMkLst>
        </pc:inkChg>
      </pc:sldChg>
      <pc:sldChg chg="add">
        <pc:chgData name="Ferrer-Bonsoms Hernandez, Juan Angel" userId="3ee72a98-c108-4a22-84cf-0fb1bff741c5" providerId="ADAL" clId="{27D78546-C880-444F-8CD5-E7186DEC6647}" dt="2023-01-30T15:31:23.481" v="2367"/>
        <pc:sldMkLst>
          <pc:docMk/>
          <pc:sldMk cId="1649271365" sldId="279"/>
        </pc:sldMkLst>
      </pc:sldChg>
    </pc:docChg>
  </pc:docChgLst>
  <pc:docChgLst>
    <pc:chgData name="Ferrer-Bonsoms Hernandez, Juan Angel" userId="3ee72a98-c108-4a22-84cf-0fb1bff741c5" providerId="ADAL" clId="{6F48326A-ED2E-254A-810F-3FFCE3448F68}"/>
    <pc:docChg chg="undo custSel addSld delSld modSld addSection delSection modSection">
      <pc:chgData name="Ferrer-Bonsoms Hernandez, Juan Angel" userId="3ee72a98-c108-4a22-84cf-0fb1bff741c5" providerId="ADAL" clId="{6F48326A-ED2E-254A-810F-3FFCE3448F68}" dt="2023-01-29T15:51:12.576" v="403" actId="2696"/>
      <pc:docMkLst>
        <pc:docMk/>
      </pc:docMkLst>
      <pc:sldChg chg="addSp delSp modSp mod">
        <pc:chgData name="Ferrer-Bonsoms Hernandez, Juan Angel" userId="3ee72a98-c108-4a22-84cf-0fb1bff741c5" providerId="ADAL" clId="{6F48326A-ED2E-254A-810F-3FFCE3448F68}" dt="2023-01-29T15:50:42.697" v="396" actId="2710"/>
        <pc:sldMkLst>
          <pc:docMk/>
          <pc:sldMk cId="3704739434" sldId="256"/>
        </pc:sldMkLst>
        <pc:spChg chg="mod">
          <ac:chgData name="Ferrer-Bonsoms Hernandez, Juan Angel" userId="3ee72a98-c108-4a22-84cf-0fb1bff741c5" providerId="ADAL" clId="{6F48326A-ED2E-254A-810F-3FFCE3448F68}" dt="2023-01-29T15:32:17.157" v="56" actId="20577"/>
          <ac:spMkLst>
            <pc:docMk/>
            <pc:sldMk cId="3704739434" sldId="256"/>
            <ac:spMk id="4" creationId="{A4CA938B-B7D3-C447-B6C4-6303AF8D57E2}"/>
          </ac:spMkLst>
        </pc:spChg>
        <pc:spChg chg="del mod">
          <ac:chgData name="Ferrer-Bonsoms Hernandez, Juan Angel" userId="3ee72a98-c108-4a22-84cf-0fb1bff741c5" providerId="ADAL" clId="{6F48326A-ED2E-254A-810F-3FFCE3448F68}" dt="2023-01-29T15:32:39.186" v="60" actId="478"/>
          <ac:spMkLst>
            <pc:docMk/>
            <pc:sldMk cId="3704739434" sldId="256"/>
            <ac:spMk id="5" creationId="{6D042C7A-7447-6A44-A2D3-3D4CEF12046B}"/>
          </ac:spMkLst>
        </pc:spChg>
        <pc:spChg chg="add mod">
          <ac:chgData name="Ferrer-Bonsoms Hernandez, Juan Angel" userId="3ee72a98-c108-4a22-84cf-0fb1bff741c5" providerId="ADAL" clId="{6F48326A-ED2E-254A-810F-3FFCE3448F68}" dt="2023-01-29T15:50:42.697" v="396" actId="2710"/>
          <ac:spMkLst>
            <pc:docMk/>
            <pc:sldMk cId="3704739434" sldId="256"/>
            <ac:spMk id="6" creationId="{071446DC-BD9F-404E-8E03-417BDE97A349}"/>
          </ac:spMkLst>
        </pc:spChg>
      </pc:sldChg>
      <pc:sldChg chg="addSp delSp modSp add del mod">
        <pc:chgData name="Ferrer-Bonsoms Hernandez, Juan Angel" userId="3ee72a98-c108-4a22-84cf-0fb1bff741c5" providerId="ADAL" clId="{6F48326A-ED2E-254A-810F-3FFCE3448F68}" dt="2023-01-29T15:33:48.321" v="70" actId="2696"/>
        <pc:sldMkLst>
          <pc:docMk/>
          <pc:sldMk cId="532895721" sldId="258"/>
        </pc:sldMkLst>
        <pc:spChg chg="del">
          <ac:chgData name="Ferrer-Bonsoms Hernandez, Juan Angel" userId="3ee72a98-c108-4a22-84cf-0fb1bff741c5" providerId="ADAL" clId="{6F48326A-ED2E-254A-810F-3FFCE3448F68}" dt="2023-01-29T15:32:59.306" v="63" actId="478"/>
          <ac:spMkLst>
            <pc:docMk/>
            <pc:sldMk cId="532895721" sldId="258"/>
            <ac:spMk id="5" creationId="{8AF9C6F0-DA1A-6343-864F-C05087C62217}"/>
          </ac:spMkLst>
        </pc:spChg>
        <pc:spChg chg="mod">
          <ac:chgData name="Ferrer-Bonsoms Hernandez, Juan Angel" userId="3ee72a98-c108-4a22-84cf-0fb1bff741c5" providerId="ADAL" clId="{6F48326A-ED2E-254A-810F-3FFCE3448F68}" dt="2023-01-29T15:33:11.763" v="66" actId="207"/>
          <ac:spMkLst>
            <pc:docMk/>
            <pc:sldMk cId="532895721" sldId="258"/>
            <ac:spMk id="6" creationId="{8CDF08A6-10FA-9348-9C67-8116C91980EF}"/>
          </ac:spMkLst>
        </pc:spChg>
        <pc:spChg chg="add del mod">
          <ac:chgData name="Ferrer-Bonsoms Hernandez, Juan Angel" userId="3ee72a98-c108-4a22-84cf-0fb1bff741c5" providerId="ADAL" clId="{6F48326A-ED2E-254A-810F-3FFCE3448F68}" dt="2023-01-29T15:33:45.847" v="69"/>
          <ac:spMkLst>
            <pc:docMk/>
            <pc:sldMk cId="532895721" sldId="258"/>
            <ac:spMk id="46" creationId="{B5480FE3-2F5C-6D48-8CA7-A4A5AE637DB7}"/>
          </ac:spMkLst>
        </pc:spChg>
      </pc:sldChg>
      <pc:sldChg chg="add del">
        <pc:chgData name="Ferrer-Bonsoms Hernandez, Juan Angel" userId="3ee72a98-c108-4a22-84cf-0fb1bff741c5" providerId="ADAL" clId="{6F48326A-ED2E-254A-810F-3FFCE3448F68}" dt="2023-01-29T15:37:50.584" v="235" actId="2696"/>
        <pc:sldMkLst>
          <pc:docMk/>
          <pc:sldMk cId="3333290593" sldId="259"/>
        </pc:sldMkLst>
      </pc:sldChg>
      <pc:sldChg chg="add del">
        <pc:chgData name="Ferrer-Bonsoms Hernandez, Juan Angel" userId="3ee72a98-c108-4a22-84cf-0fb1bff741c5" providerId="ADAL" clId="{6F48326A-ED2E-254A-810F-3FFCE3448F68}" dt="2023-01-29T15:37:50.584" v="235" actId="2696"/>
        <pc:sldMkLst>
          <pc:docMk/>
          <pc:sldMk cId="483672951" sldId="260"/>
        </pc:sldMkLst>
      </pc:sldChg>
      <pc:sldChg chg="add del">
        <pc:chgData name="Ferrer-Bonsoms Hernandez, Juan Angel" userId="3ee72a98-c108-4a22-84cf-0fb1bff741c5" providerId="ADAL" clId="{6F48326A-ED2E-254A-810F-3FFCE3448F68}" dt="2023-01-29T15:37:50.584" v="235" actId="2696"/>
        <pc:sldMkLst>
          <pc:docMk/>
          <pc:sldMk cId="2182672760" sldId="262"/>
        </pc:sldMkLst>
      </pc:sldChg>
      <pc:sldChg chg="add del">
        <pc:chgData name="Ferrer-Bonsoms Hernandez, Juan Angel" userId="3ee72a98-c108-4a22-84cf-0fb1bff741c5" providerId="ADAL" clId="{6F48326A-ED2E-254A-810F-3FFCE3448F68}" dt="2023-01-29T15:37:50.584" v="235" actId="2696"/>
        <pc:sldMkLst>
          <pc:docMk/>
          <pc:sldMk cId="3570479697" sldId="263"/>
        </pc:sldMkLst>
      </pc:sldChg>
      <pc:sldChg chg="addSp delSp modSp add del mod delAnim modAnim">
        <pc:chgData name="Ferrer-Bonsoms Hernandez, Juan Angel" userId="3ee72a98-c108-4a22-84cf-0fb1bff741c5" providerId="ADAL" clId="{6F48326A-ED2E-254A-810F-3FFCE3448F68}" dt="2023-01-29T15:45:03.827" v="272" actId="20577"/>
        <pc:sldMkLst>
          <pc:docMk/>
          <pc:sldMk cId="91414043" sldId="266"/>
        </pc:sldMkLst>
        <pc:spChg chg="del">
          <ac:chgData name="Ferrer-Bonsoms Hernandez, Juan Angel" userId="3ee72a98-c108-4a22-84cf-0fb1bff741c5" providerId="ADAL" clId="{6F48326A-ED2E-254A-810F-3FFCE3448F68}" dt="2023-01-29T15:33:29.028" v="67" actId="478"/>
          <ac:spMkLst>
            <pc:docMk/>
            <pc:sldMk cId="91414043" sldId="266"/>
            <ac:spMk id="5" creationId="{8AF9C6F0-DA1A-6343-864F-C05087C62217}"/>
          </ac:spMkLst>
        </pc:spChg>
        <pc:spChg chg="add del mod">
          <ac:chgData name="Ferrer-Bonsoms Hernandez, Juan Angel" userId="3ee72a98-c108-4a22-84cf-0fb1bff741c5" providerId="ADAL" clId="{6F48326A-ED2E-254A-810F-3FFCE3448F68}" dt="2023-01-29T15:34:54.105" v="97" actId="2085"/>
          <ac:spMkLst>
            <pc:docMk/>
            <pc:sldMk cId="91414043" sldId="266"/>
            <ac:spMk id="6" creationId="{8CDF08A6-10FA-9348-9C67-8116C91980EF}"/>
          </ac:spMkLst>
        </pc:spChg>
        <pc:spChg chg="mod">
          <ac:chgData name="Ferrer-Bonsoms Hernandez, Juan Angel" userId="3ee72a98-c108-4a22-84cf-0fb1bff741c5" providerId="ADAL" clId="{6F48326A-ED2E-254A-810F-3FFCE3448F68}" dt="2023-01-29T15:35:28.550" v="192" actId="20577"/>
          <ac:spMkLst>
            <pc:docMk/>
            <pc:sldMk cId="91414043" sldId="266"/>
            <ac:spMk id="15" creationId="{12D2CBB8-CDAF-684F-A9F2-5DC092116F68}"/>
          </ac:spMkLst>
        </pc:spChg>
        <pc:spChg chg="del">
          <ac:chgData name="Ferrer-Bonsoms Hernandez, Juan Angel" userId="3ee72a98-c108-4a22-84cf-0fb1bff741c5" providerId="ADAL" clId="{6F48326A-ED2E-254A-810F-3FFCE3448F68}" dt="2023-01-29T15:35:36.536" v="193" actId="478"/>
          <ac:spMkLst>
            <pc:docMk/>
            <pc:sldMk cId="91414043" sldId="266"/>
            <ac:spMk id="33" creationId="{7D50231E-3777-0F49-AF59-3A5480EF9C21}"/>
          </ac:spMkLst>
        </pc:spChg>
        <pc:spChg chg="del">
          <ac:chgData name="Ferrer-Bonsoms Hernandez, Juan Angel" userId="3ee72a98-c108-4a22-84cf-0fb1bff741c5" providerId="ADAL" clId="{6F48326A-ED2E-254A-810F-3FFCE3448F68}" dt="2023-01-29T15:35:36.536" v="193" actId="478"/>
          <ac:spMkLst>
            <pc:docMk/>
            <pc:sldMk cId="91414043" sldId="266"/>
            <ac:spMk id="34" creationId="{E0CD74DA-C47D-1D41-9978-FF99BA41AEF7}"/>
          </ac:spMkLst>
        </pc:spChg>
        <pc:spChg chg="del">
          <ac:chgData name="Ferrer-Bonsoms Hernandez, Juan Angel" userId="3ee72a98-c108-4a22-84cf-0fb1bff741c5" providerId="ADAL" clId="{6F48326A-ED2E-254A-810F-3FFCE3448F68}" dt="2023-01-29T15:35:36.536" v="193" actId="478"/>
          <ac:spMkLst>
            <pc:docMk/>
            <pc:sldMk cId="91414043" sldId="266"/>
            <ac:spMk id="35" creationId="{83D70D72-404C-E248-9F51-215DDA62AD19}"/>
          </ac:spMkLst>
        </pc:spChg>
        <pc:spChg chg="del">
          <ac:chgData name="Ferrer-Bonsoms Hernandez, Juan Angel" userId="3ee72a98-c108-4a22-84cf-0fb1bff741c5" providerId="ADAL" clId="{6F48326A-ED2E-254A-810F-3FFCE3448F68}" dt="2023-01-29T15:35:36.536" v="193" actId="478"/>
          <ac:spMkLst>
            <pc:docMk/>
            <pc:sldMk cId="91414043" sldId="266"/>
            <ac:spMk id="36" creationId="{6D3F2CAC-4FAD-1949-B26E-FC7690FE984C}"/>
          </ac:spMkLst>
        </pc:spChg>
        <pc:spChg chg="del">
          <ac:chgData name="Ferrer-Bonsoms Hernandez, Juan Angel" userId="3ee72a98-c108-4a22-84cf-0fb1bff741c5" providerId="ADAL" clId="{6F48326A-ED2E-254A-810F-3FFCE3448F68}" dt="2023-01-29T15:35:36.536" v="193" actId="478"/>
          <ac:spMkLst>
            <pc:docMk/>
            <pc:sldMk cId="91414043" sldId="266"/>
            <ac:spMk id="37" creationId="{51D4B18B-D7FF-274A-A8F8-A1006211633C}"/>
          </ac:spMkLst>
        </pc:spChg>
        <pc:spChg chg="del">
          <ac:chgData name="Ferrer-Bonsoms Hernandez, Juan Angel" userId="3ee72a98-c108-4a22-84cf-0fb1bff741c5" providerId="ADAL" clId="{6F48326A-ED2E-254A-810F-3FFCE3448F68}" dt="2023-01-29T15:35:36.536" v="193" actId="478"/>
          <ac:spMkLst>
            <pc:docMk/>
            <pc:sldMk cId="91414043" sldId="266"/>
            <ac:spMk id="38" creationId="{C9C3FE10-C44E-5A42-A9E1-42B070D86156}"/>
          </ac:spMkLst>
        </pc:spChg>
        <pc:spChg chg="del">
          <ac:chgData name="Ferrer-Bonsoms Hernandez, Juan Angel" userId="3ee72a98-c108-4a22-84cf-0fb1bff741c5" providerId="ADAL" clId="{6F48326A-ED2E-254A-810F-3FFCE3448F68}" dt="2023-01-29T15:35:36.536" v="193" actId="478"/>
          <ac:spMkLst>
            <pc:docMk/>
            <pc:sldMk cId="91414043" sldId="266"/>
            <ac:spMk id="39" creationId="{76D1AB29-7517-6E47-BF9E-2C0C109E261D}"/>
          </ac:spMkLst>
        </pc:spChg>
        <pc:spChg chg="del">
          <ac:chgData name="Ferrer-Bonsoms Hernandez, Juan Angel" userId="3ee72a98-c108-4a22-84cf-0fb1bff741c5" providerId="ADAL" clId="{6F48326A-ED2E-254A-810F-3FFCE3448F68}" dt="2023-01-29T15:35:39.324" v="194" actId="478"/>
          <ac:spMkLst>
            <pc:docMk/>
            <pc:sldMk cId="91414043" sldId="266"/>
            <ac:spMk id="151" creationId="{8020AA24-0962-0140-93E9-0885EE778194}"/>
          </ac:spMkLst>
        </pc:spChg>
        <pc:spChg chg="add mod">
          <ac:chgData name="Ferrer-Bonsoms Hernandez, Juan Angel" userId="3ee72a98-c108-4a22-84cf-0fb1bff741c5" providerId="ADAL" clId="{6F48326A-ED2E-254A-810F-3FFCE3448F68}" dt="2023-01-29T15:45:03.827" v="272" actId="20577"/>
          <ac:spMkLst>
            <pc:docMk/>
            <pc:sldMk cId="91414043" sldId="266"/>
            <ac:spMk id="215" creationId="{07C3DAAF-DAD8-5D44-8C08-F6268C896D96}"/>
          </ac:spMkLst>
        </pc:spChg>
        <pc:spChg chg="add mod">
          <ac:chgData name="Ferrer-Bonsoms Hernandez, Juan Angel" userId="3ee72a98-c108-4a22-84cf-0fb1bff741c5" providerId="ADAL" clId="{6F48326A-ED2E-254A-810F-3FFCE3448F68}" dt="2023-01-29T15:36:30.820" v="204" actId="1076"/>
          <ac:spMkLst>
            <pc:docMk/>
            <pc:sldMk cId="91414043" sldId="266"/>
            <ac:spMk id="217" creationId="{3874A52E-3043-8B40-8037-49F454AF69A7}"/>
          </ac:spMkLst>
        </pc:spChg>
        <pc:spChg chg="add mod">
          <ac:chgData name="Ferrer-Bonsoms Hernandez, Juan Angel" userId="3ee72a98-c108-4a22-84cf-0fb1bff741c5" providerId="ADAL" clId="{6F48326A-ED2E-254A-810F-3FFCE3448F68}" dt="2023-01-29T15:36:39.058" v="207" actId="1076"/>
          <ac:spMkLst>
            <pc:docMk/>
            <pc:sldMk cId="91414043" sldId="266"/>
            <ac:spMk id="219" creationId="{830C7C70-EA2F-7B44-BEB4-AAC4B3C13173}"/>
          </ac:spMkLst>
        </pc:spChg>
        <pc:spChg chg="add mod">
          <ac:chgData name="Ferrer-Bonsoms Hernandez, Juan Angel" userId="3ee72a98-c108-4a22-84cf-0fb1bff741c5" providerId="ADAL" clId="{6F48326A-ED2E-254A-810F-3FFCE3448F68}" dt="2023-01-29T15:36:42.915" v="208" actId="1076"/>
          <ac:spMkLst>
            <pc:docMk/>
            <pc:sldMk cId="91414043" sldId="266"/>
            <ac:spMk id="221" creationId="{B1D89837-8BF7-DD4A-B60B-1E262DF042A5}"/>
          </ac:spMkLst>
        </pc:spChg>
        <pc:spChg chg="del">
          <ac:chgData name="Ferrer-Bonsoms Hernandez, Juan Angel" userId="3ee72a98-c108-4a22-84cf-0fb1bff741c5" providerId="ADAL" clId="{6F48326A-ED2E-254A-810F-3FFCE3448F68}" dt="2023-01-29T15:35:48.568" v="197" actId="478"/>
          <ac:spMkLst>
            <pc:docMk/>
            <pc:sldMk cId="91414043" sldId="266"/>
            <ac:spMk id="234" creationId="{74517F34-2852-0B4D-AC2E-490750CDDFAE}"/>
          </ac:spMkLst>
        </pc:spChg>
        <pc:spChg chg="del">
          <ac:chgData name="Ferrer-Bonsoms Hernandez, Juan Angel" userId="3ee72a98-c108-4a22-84cf-0fb1bff741c5" providerId="ADAL" clId="{6F48326A-ED2E-254A-810F-3FFCE3448F68}" dt="2023-01-29T15:35:45.102" v="195" actId="478"/>
          <ac:spMkLst>
            <pc:docMk/>
            <pc:sldMk cId="91414043" sldId="266"/>
            <ac:spMk id="369" creationId="{1FB8F0D7-3578-474A-ACEF-39D9D2303959}"/>
          </ac:spMkLst>
        </pc:spChg>
        <pc:spChg chg="del mod">
          <ac:chgData name="Ferrer-Bonsoms Hernandez, Juan Angel" userId="3ee72a98-c108-4a22-84cf-0fb1bff741c5" providerId="ADAL" clId="{6F48326A-ED2E-254A-810F-3FFCE3448F68}" dt="2023-01-29T15:34:02.521" v="92" actId="478"/>
          <ac:spMkLst>
            <pc:docMk/>
            <pc:sldMk cId="91414043" sldId="266"/>
            <ac:spMk id="372" creationId="{E4B5A30D-5971-8347-BB89-DD44BB8F2830}"/>
          </ac:spMkLst>
        </pc:spChg>
        <pc:grpChg chg="del">
          <ac:chgData name="Ferrer-Bonsoms Hernandez, Juan Angel" userId="3ee72a98-c108-4a22-84cf-0fb1bff741c5" providerId="ADAL" clId="{6F48326A-ED2E-254A-810F-3FFCE3448F68}" dt="2023-01-29T15:35:36.536" v="193" actId="478"/>
          <ac:grpSpMkLst>
            <pc:docMk/>
            <pc:sldMk cId="91414043" sldId="266"/>
            <ac:grpSpMk id="2" creationId="{4336ACDF-A6DF-2B4D-BD5E-DED4C12B2D86}"/>
          </ac:grpSpMkLst>
        </pc:grpChg>
        <pc:grpChg chg="del">
          <ac:chgData name="Ferrer-Bonsoms Hernandez, Juan Angel" userId="3ee72a98-c108-4a22-84cf-0fb1bff741c5" providerId="ADAL" clId="{6F48326A-ED2E-254A-810F-3FFCE3448F68}" dt="2023-01-29T15:35:36.536" v="193" actId="478"/>
          <ac:grpSpMkLst>
            <pc:docMk/>
            <pc:sldMk cId="91414043" sldId="266"/>
            <ac:grpSpMk id="1047" creationId="{D0BB3283-27C1-7F4C-AF29-34885DDA27EB}"/>
          </ac:grpSpMkLst>
        </pc:grpChg>
        <pc:grpChg chg="del">
          <ac:chgData name="Ferrer-Bonsoms Hernandez, Juan Angel" userId="3ee72a98-c108-4a22-84cf-0fb1bff741c5" providerId="ADAL" clId="{6F48326A-ED2E-254A-810F-3FFCE3448F68}" dt="2023-01-29T15:35:46.311" v="196" actId="478"/>
          <ac:grpSpMkLst>
            <pc:docMk/>
            <pc:sldMk cId="91414043" sldId="266"/>
            <ac:grpSpMk id="1050" creationId="{673AD98D-2887-1447-B3EB-048A6AEA1274}"/>
          </ac:grpSpMkLst>
        </pc:grpChg>
        <pc:grpChg chg="del">
          <ac:chgData name="Ferrer-Bonsoms Hernandez, Juan Angel" userId="3ee72a98-c108-4a22-84cf-0fb1bff741c5" providerId="ADAL" clId="{6F48326A-ED2E-254A-810F-3FFCE3448F68}" dt="2023-01-29T15:35:36.536" v="193" actId="478"/>
          <ac:grpSpMkLst>
            <pc:docMk/>
            <pc:sldMk cId="91414043" sldId="266"/>
            <ac:grpSpMk id="1052" creationId="{F5AB00B2-27CF-0344-B705-24AB703CF6C1}"/>
          </ac:grpSpMkLst>
        </pc:grpChg>
        <pc:picChg chg="add mod">
          <ac:chgData name="Ferrer-Bonsoms Hernandez, Juan Angel" userId="3ee72a98-c108-4a22-84cf-0fb1bff741c5" providerId="ADAL" clId="{6F48326A-ED2E-254A-810F-3FFCE3448F68}" dt="2023-01-29T15:36:08.643" v="198"/>
          <ac:picMkLst>
            <pc:docMk/>
            <pc:sldMk cId="91414043" sldId="266"/>
            <ac:picMk id="216" creationId="{9629AC52-294C-4F43-BA6C-D31CE5EAE597}"/>
          </ac:picMkLst>
        </pc:picChg>
        <pc:picChg chg="add mod">
          <ac:chgData name="Ferrer-Bonsoms Hernandez, Juan Angel" userId="3ee72a98-c108-4a22-84cf-0fb1bff741c5" providerId="ADAL" clId="{6F48326A-ED2E-254A-810F-3FFCE3448F68}" dt="2023-01-29T15:36:08.643" v="198"/>
          <ac:picMkLst>
            <pc:docMk/>
            <pc:sldMk cId="91414043" sldId="266"/>
            <ac:picMk id="218" creationId="{28AC0D94-A14C-514D-8BD8-A7655CB19837}"/>
          </ac:picMkLst>
        </pc:picChg>
        <pc:picChg chg="add mod">
          <ac:chgData name="Ferrer-Bonsoms Hernandez, Juan Angel" userId="3ee72a98-c108-4a22-84cf-0fb1bff741c5" providerId="ADAL" clId="{6F48326A-ED2E-254A-810F-3FFCE3448F68}" dt="2023-01-29T15:36:08.643" v="198"/>
          <ac:picMkLst>
            <pc:docMk/>
            <pc:sldMk cId="91414043" sldId="266"/>
            <ac:picMk id="220" creationId="{6FFBF0A4-BD09-3743-8AA5-BE72ED32B4F4}"/>
          </ac:picMkLst>
        </pc:picChg>
        <pc:cxnChg chg="mod">
          <ac:chgData name="Ferrer-Bonsoms Hernandez, Juan Angel" userId="3ee72a98-c108-4a22-84cf-0fb1bff741c5" providerId="ADAL" clId="{6F48326A-ED2E-254A-810F-3FFCE3448F68}" dt="2023-01-29T15:35:11.421" v="168" actId="1035"/>
          <ac:cxnSpMkLst>
            <pc:docMk/>
            <pc:sldMk cId="91414043" sldId="266"/>
            <ac:cxnSpMk id="13" creationId="{707D1D1A-3BD3-9C40-A5E0-96768274FAF7}"/>
          </ac:cxnSpMkLst>
        </pc:cxnChg>
        <pc:cxnChg chg="mod">
          <ac:chgData name="Ferrer-Bonsoms Hernandez, Juan Angel" userId="3ee72a98-c108-4a22-84cf-0fb1bff741c5" providerId="ADAL" clId="{6F48326A-ED2E-254A-810F-3FFCE3448F68}" dt="2023-01-29T15:35:36.536" v="193" actId="478"/>
          <ac:cxnSpMkLst>
            <pc:docMk/>
            <pc:sldMk cId="91414043" sldId="266"/>
            <ac:cxnSpMk id="16" creationId="{965C8ED5-9B6E-214B-A84C-ED463F488001}"/>
          </ac:cxnSpMkLst>
        </pc:cxnChg>
        <pc:cxnChg chg="mod">
          <ac:chgData name="Ferrer-Bonsoms Hernandez, Juan Angel" userId="3ee72a98-c108-4a22-84cf-0fb1bff741c5" providerId="ADAL" clId="{6F48326A-ED2E-254A-810F-3FFCE3448F68}" dt="2023-01-29T15:35:36.536" v="193" actId="478"/>
          <ac:cxnSpMkLst>
            <pc:docMk/>
            <pc:sldMk cId="91414043" sldId="266"/>
            <ac:cxnSpMk id="21" creationId="{1CB9B0EC-C217-6746-9775-EBA16E782597}"/>
          </ac:cxnSpMkLst>
        </pc:cxnChg>
        <pc:cxnChg chg="mod">
          <ac:chgData name="Ferrer-Bonsoms Hernandez, Juan Angel" userId="3ee72a98-c108-4a22-84cf-0fb1bff741c5" providerId="ADAL" clId="{6F48326A-ED2E-254A-810F-3FFCE3448F68}" dt="2023-01-29T15:35:36.536" v="193" actId="478"/>
          <ac:cxnSpMkLst>
            <pc:docMk/>
            <pc:sldMk cId="91414043" sldId="266"/>
            <ac:cxnSpMk id="26" creationId="{C174284B-CFC2-0042-82E5-62C6A066761D}"/>
          </ac:cxnSpMkLst>
        </pc:cxnChg>
        <pc:cxnChg chg="del mod">
          <ac:chgData name="Ferrer-Bonsoms Hernandez, Juan Angel" userId="3ee72a98-c108-4a22-84cf-0fb1bff741c5" providerId="ADAL" clId="{6F48326A-ED2E-254A-810F-3FFCE3448F68}" dt="2023-01-29T15:35:36.536" v="193" actId="478"/>
          <ac:cxnSpMkLst>
            <pc:docMk/>
            <pc:sldMk cId="91414043" sldId="266"/>
            <ac:cxnSpMk id="32" creationId="{79118464-B185-4048-983D-71CCC6A31BC4}"/>
          </ac:cxnSpMkLst>
        </pc:cxnChg>
        <pc:cxnChg chg="mod">
          <ac:chgData name="Ferrer-Bonsoms Hernandez, Juan Angel" userId="3ee72a98-c108-4a22-84cf-0fb1bff741c5" providerId="ADAL" clId="{6F48326A-ED2E-254A-810F-3FFCE3448F68}" dt="2023-01-29T15:35:36.536" v="193" actId="478"/>
          <ac:cxnSpMkLst>
            <pc:docMk/>
            <pc:sldMk cId="91414043" sldId="266"/>
            <ac:cxnSpMk id="333" creationId="{EBD5D640-B189-914B-B7B8-8367F7737698}"/>
          </ac:cxnSpMkLst>
        </pc:cxnChg>
        <pc:cxnChg chg="mod">
          <ac:chgData name="Ferrer-Bonsoms Hernandez, Juan Angel" userId="3ee72a98-c108-4a22-84cf-0fb1bff741c5" providerId="ADAL" clId="{6F48326A-ED2E-254A-810F-3FFCE3448F68}" dt="2023-01-29T15:35:36.536" v="193" actId="478"/>
          <ac:cxnSpMkLst>
            <pc:docMk/>
            <pc:sldMk cId="91414043" sldId="266"/>
            <ac:cxnSpMk id="340" creationId="{147287D1-D303-2C40-8BEF-F8CBE6C53F40}"/>
          </ac:cxnSpMkLst>
        </pc:cxnChg>
        <pc:cxnChg chg="mod">
          <ac:chgData name="Ferrer-Bonsoms Hernandez, Juan Angel" userId="3ee72a98-c108-4a22-84cf-0fb1bff741c5" providerId="ADAL" clId="{6F48326A-ED2E-254A-810F-3FFCE3448F68}" dt="2023-01-29T15:35:36.536" v="193" actId="478"/>
          <ac:cxnSpMkLst>
            <pc:docMk/>
            <pc:sldMk cId="91414043" sldId="266"/>
            <ac:cxnSpMk id="344" creationId="{373E8E86-754E-B74F-AF79-A528DE085B93}"/>
          </ac:cxnSpMkLst>
        </pc:cxnChg>
        <pc:cxnChg chg="mod">
          <ac:chgData name="Ferrer-Bonsoms Hernandez, Juan Angel" userId="3ee72a98-c108-4a22-84cf-0fb1bff741c5" providerId="ADAL" clId="{6F48326A-ED2E-254A-810F-3FFCE3448F68}" dt="2023-01-29T15:35:36.536" v="193" actId="478"/>
          <ac:cxnSpMkLst>
            <pc:docMk/>
            <pc:sldMk cId="91414043" sldId="266"/>
            <ac:cxnSpMk id="348" creationId="{C3C203D7-9059-B14F-AE6F-41941A959174}"/>
          </ac:cxnSpMkLst>
        </pc:cxnChg>
        <pc:cxnChg chg="mod">
          <ac:chgData name="Ferrer-Bonsoms Hernandez, Juan Angel" userId="3ee72a98-c108-4a22-84cf-0fb1bff741c5" providerId="ADAL" clId="{6F48326A-ED2E-254A-810F-3FFCE3448F68}" dt="2023-01-29T15:35:36.536" v="193" actId="478"/>
          <ac:cxnSpMkLst>
            <pc:docMk/>
            <pc:sldMk cId="91414043" sldId="266"/>
            <ac:cxnSpMk id="352" creationId="{C07A0982-9125-A44F-9881-DF33BC914643}"/>
          </ac:cxnSpMkLst>
        </pc:cxnChg>
        <pc:cxnChg chg="mod">
          <ac:chgData name="Ferrer-Bonsoms Hernandez, Juan Angel" userId="3ee72a98-c108-4a22-84cf-0fb1bff741c5" providerId="ADAL" clId="{6F48326A-ED2E-254A-810F-3FFCE3448F68}" dt="2023-01-29T15:35:36.536" v="193" actId="478"/>
          <ac:cxnSpMkLst>
            <pc:docMk/>
            <pc:sldMk cId="91414043" sldId="266"/>
            <ac:cxnSpMk id="356" creationId="{392EE56D-CD99-E54D-A5EC-DF9481E06B83}"/>
          </ac:cxnSpMkLst>
        </pc:cxnChg>
        <pc:cxnChg chg="mod">
          <ac:chgData name="Ferrer-Bonsoms Hernandez, Juan Angel" userId="3ee72a98-c108-4a22-84cf-0fb1bff741c5" providerId="ADAL" clId="{6F48326A-ED2E-254A-810F-3FFCE3448F68}" dt="2023-01-29T15:35:36.536" v="193" actId="478"/>
          <ac:cxnSpMkLst>
            <pc:docMk/>
            <pc:sldMk cId="91414043" sldId="266"/>
            <ac:cxnSpMk id="360" creationId="{FA8ED6A3-6941-574A-AFDC-DA2FC36A2835}"/>
          </ac:cxnSpMkLst>
        </pc:cxnChg>
        <pc:cxnChg chg="mod">
          <ac:chgData name="Ferrer-Bonsoms Hernandez, Juan Angel" userId="3ee72a98-c108-4a22-84cf-0fb1bff741c5" providerId="ADAL" clId="{6F48326A-ED2E-254A-810F-3FFCE3448F68}" dt="2023-01-29T15:35:36.536" v="193" actId="478"/>
          <ac:cxnSpMkLst>
            <pc:docMk/>
            <pc:sldMk cId="91414043" sldId="266"/>
            <ac:cxnSpMk id="364" creationId="{440F1DFC-E8AC-664D-90F6-463445B0F365}"/>
          </ac:cxnSpMkLst>
        </pc:cxnChg>
        <pc:cxnChg chg="mod">
          <ac:chgData name="Ferrer-Bonsoms Hernandez, Juan Angel" userId="3ee72a98-c108-4a22-84cf-0fb1bff741c5" providerId="ADAL" clId="{6F48326A-ED2E-254A-810F-3FFCE3448F68}" dt="2023-01-29T15:35:36.536" v="193" actId="478"/>
          <ac:cxnSpMkLst>
            <pc:docMk/>
            <pc:sldMk cId="91414043" sldId="266"/>
            <ac:cxnSpMk id="368" creationId="{8A6603C3-2A6A-8E43-9303-1BC320E8519C}"/>
          </ac:cxnSpMkLst>
        </pc:cxnChg>
      </pc:sldChg>
      <pc:sldChg chg="add del">
        <pc:chgData name="Ferrer-Bonsoms Hernandez, Juan Angel" userId="3ee72a98-c108-4a22-84cf-0fb1bff741c5" providerId="ADAL" clId="{6F48326A-ED2E-254A-810F-3FFCE3448F68}" dt="2023-01-29T15:37:50.584" v="235" actId="2696"/>
        <pc:sldMkLst>
          <pc:docMk/>
          <pc:sldMk cId="1531154357" sldId="267"/>
        </pc:sldMkLst>
      </pc:sldChg>
      <pc:sldChg chg="add del">
        <pc:chgData name="Ferrer-Bonsoms Hernandez, Juan Angel" userId="3ee72a98-c108-4a22-84cf-0fb1bff741c5" providerId="ADAL" clId="{6F48326A-ED2E-254A-810F-3FFCE3448F68}" dt="2023-01-29T15:37:50.584" v="235" actId="2696"/>
        <pc:sldMkLst>
          <pc:docMk/>
          <pc:sldMk cId="2600896903" sldId="271"/>
        </pc:sldMkLst>
      </pc:sldChg>
      <pc:sldChg chg="add del">
        <pc:chgData name="Ferrer-Bonsoms Hernandez, Juan Angel" userId="3ee72a98-c108-4a22-84cf-0fb1bff741c5" providerId="ADAL" clId="{6F48326A-ED2E-254A-810F-3FFCE3448F68}" dt="2023-01-29T15:37:50.584" v="235" actId="2696"/>
        <pc:sldMkLst>
          <pc:docMk/>
          <pc:sldMk cId="1566237440" sldId="276"/>
        </pc:sldMkLst>
      </pc:sldChg>
      <pc:sldChg chg="add del">
        <pc:chgData name="Ferrer-Bonsoms Hernandez, Juan Angel" userId="3ee72a98-c108-4a22-84cf-0fb1bff741c5" providerId="ADAL" clId="{6F48326A-ED2E-254A-810F-3FFCE3448F68}" dt="2023-01-29T15:37:50.584" v="235" actId="2696"/>
        <pc:sldMkLst>
          <pc:docMk/>
          <pc:sldMk cId="773274121" sldId="291"/>
        </pc:sldMkLst>
      </pc:sldChg>
      <pc:sldChg chg="add del">
        <pc:chgData name="Ferrer-Bonsoms Hernandez, Juan Angel" userId="3ee72a98-c108-4a22-84cf-0fb1bff741c5" providerId="ADAL" clId="{6F48326A-ED2E-254A-810F-3FFCE3448F68}" dt="2023-01-29T15:37:50.584" v="235" actId="2696"/>
        <pc:sldMkLst>
          <pc:docMk/>
          <pc:sldMk cId="4076581533" sldId="293"/>
        </pc:sldMkLst>
      </pc:sldChg>
      <pc:sldChg chg="add del">
        <pc:chgData name="Ferrer-Bonsoms Hernandez, Juan Angel" userId="3ee72a98-c108-4a22-84cf-0fb1bff741c5" providerId="ADAL" clId="{6F48326A-ED2E-254A-810F-3FFCE3448F68}" dt="2023-01-29T15:37:50.584" v="235" actId="2696"/>
        <pc:sldMkLst>
          <pc:docMk/>
          <pc:sldMk cId="1061434043" sldId="296"/>
        </pc:sldMkLst>
      </pc:sldChg>
      <pc:sldChg chg="add del">
        <pc:chgData name="Ferrer-Bonsoms Hernandez, Juan Angel" userId="3ee72a98-c108-4a22-84cf-0fb1bff741c5" providerId="ADAL" clId="{6F48326A-ED2E-254A-810F-3FFCE3448F68}" dt="2023-01-29T15:37:50.584" v="235" actId="2696"/>
        <pc:sldMkLst>
          <pc:docMk/>
          <pc:sldMk cId="2295761892" sldId="297"/>
        </pc:sldMkLst>
      </pc:sldChg>
      <pc:sldChg chg="add del">
        <pc:chgData name="Ferrer-Bonsoms Hernandez, Juan Angel" userId="3ee72a98-c108-4a22-84cf-0fb1bff741c5" providerId="ADAL" clId="{6F48326A-ED2E-254A-810F-3FFCE3448F68}" dt="2023-01-29T15:37:50.584" v="235" actId="2696"/>
        <pc:sldMkLst>
          <pc:docMk/>
          <pc:sldMk cId="168804831" sldId="298"/>
        </pc:sldMkLst>
      </pc:sldChg>
      <pc:sldChg chg="add del">
        <pc:chgData name="Ferrer-Bonsoms Hernandez, Juan Angel" userId="3ee72a98-c108-4a22-84cf-0fb1bff741c5" providerId="ADAL" clId="{6F48326A-ED2E-254A-810F-3FFCE3448F68}" dt="2023-01-29T15:37:50.584" v="235" actId="2696"/>
        <pc:sldMkLst>
          <pc:docMk/>
          <pc:sldMk cId="1630342666" sldId="300"/>
        </pc:sldMkLst>
      </pc:sldChg>
      <pc:sldChg chg="add del">
        <pc:chgData name="Ferrer-Bonsoms Hernandez, Juan Angel" userId="3ee72a98-c108-4a22-84cf-0fb1bff741c5" providerId="ADAL" clId="{6F48326A-ED2E-254A-810F-3FFCE3448F68}" dt="2023-01-29T15:37:50.584" v="235" actId="2696"/>
        <pc:sldMkLst>
          <pc:docMk/>
          <pc:sldMk cId="688038354" sldId="302"/>
        </pc:sldMkLst>
      </pc:sldChg>
      <pc:sldChg chg="add del">
        <pc:chgData name="Ferrer-Bonsoms Hernandez, Juan Angel" userId="3ee72a98-c108-4a22-84cf-0fb1bff741c5" providerId="ADAL" clId="{6F48326A-ED2E-254A-810F-3FFCE3448F68}" dt="2023-01-29T15:37:50.584" v="235" actId="2696"/>
        <pc:sldMkLst>
          <pc:docMk/>
          <pc:sldMk cId="4167335313" sldId="303"/>
        </pc:sldMkLst>
      </pc:sldChg>
      <pc:sldChg chg="add del">
        <pc:chgData name="Ferrer-Bonsoms Hernandez, Juan Angel" userId="3ee72a98-c108-4a22-84cf-0fb1bff741c5" providerId="ADAL" clId="{6F48326A-ED2E-254A-810F-3FFCE3448F68}" dt="2023-01-29T15:37:50.584" v="235" actId="2696"/>
        <pc:sldMkLst>
          <pc:docMk/>
          <pc:sldMk cId="355939915" sldId="305"/>
        </pc:sldMkLst>
      </pc:sldChg>
      <pc:sldChg chg="add del">
        <pc:chgData name="Ferrer-Bonsoms Hernandez, Juan Angel" userId="3ee72a98-c108-4a22-84cf-0fb1bff741c5" providerId="ADAL" clId="{6F48326A-ED2E-254A-810F-3FFCE3448F68}" dt="2023-01-29T15:37:50.584" v="235" actId="2696"/>
        <pc:sldMkLst>
          <pc:docMk/>
          <pc:sldMk cId="396262665" sldId="309"/>
        </pc:sldMkLst>
      </pc:sldChg>
      <pc:sldChg chg="add del">
        <pc:chgData name="Ferrer-Bonsoms Hernandez, Juan Angel" userId="3ee72a98-c108-4a22-84cf-0fb1bff741c5" providerId="ADAL" clId="{6F48326A-ED2E-254A-810F-3FFCE3448F68}" dt="2023-01-29T15:37:50.584" v="235" actId="2696"/>
        <pc:sldMkLst>
          <pc:docMk/>
          <pc:sldMk cId="2760165653" sldId="310"/>
        </pc:sldMkLst>
      </pc:sldChg>
      <pc:sldChg chg="add del">
        <pc:chgData name="Ferrer-Bonsoms Hernandez, Juan Angel" userId="3ee72a98-c108-4a22-84cf-0fb1bff741c5" providerId="ADAL" clId="{6F48326A-ED2E-254A-810F-3FFCE3448F68}" dt="2023-01-29T15:37:50.584" v="235" actId="2696"/>
        <pc:sldMkLst>
          <pc:docMk/>
          <pc:sldMk cId="1444713460" sldId="311"/>
        </pc:sldMkLst>
      </pc:sldChg>
      <pc:sldChg chg="add del">
        <pc:chgData name="Ferrer-Bonsoms Hernandez, Juan Angel" userId="3ee72a98-c108-4a22-84cf-0fb1bff741c5" providerId="ADAL" clId="{6F48326A-ED2E-254A-810F-3FFCE3448F68}" dt="2023-01-29T15:37:50.584" v="235" actId="2696"/>
        <pc:sldMkLst>
          <pc:docMk/>
          <pc:sldMk cId="162672705" sldId="312"/>
        </pc:sldMkLst>
      </pc:sldChg>
      <pc:sldChg chg="add del">
        <pc:chgData name="Ferrer-Bonsoms Hernandez, Juan Angel" userId="3ee72a98-c108-4a22-84cf-0fb1bff741c5" providerId="ADAL" clId="{6F48326A-ED2E-254A-810F-3FFCE3448F68}" dt="2023-01-29T15:37:50.584" v="235" actId="2696"/>
        <pc:sldMkLst>
          <pc:docMk/>
          <pc:sldMk cId="3990189528" sldId="313"/>
        </pc:sldMkLst>
      </pc:sldChg>
      <pc:sldChg chg="add del">
        <pc:chgData name="Ferrer-Bonsoms Hernandez, Juan Angel" userId="3ee72a98-c108-4a22-84cf-0fb1bff741c5" providerId="ADAL" clId="{6F48326A-ED2E-254A-810F-3FFCE3448F68}" dt="2023-01-29T15:37:50.584" v="235" actId="2696"/>
        <pc:sldMkLst>
          <pc:docMk/>
          <pc:sldMk cId="1324035267" sldId="315"/>
        </pc:sldMkLst>
      </pc:sldChg>
      <pc:sldChg chg="add del">
        <pc:chgData name="Ferrer-Bonsoms Hernandez, Juan Angel" userId="3ee72a98-c108-4a22-84cf-0fb1bff741c5" providerId="ADAL" clId="{6F48326A-ED2E-254A-810F-3FFCE3448F68}" dt="2023-01-29T15:37:50.584" v="235" actId="2696"/>
        <pc:sldMkLst>
          <pc:docMk/>
          <pc:sldMk cId="2525029814" sldId="317"/>
        </pc:sldMkLst>
      </pc:sldChg>
      <pc:sldChg chg="add del">
        <pc:chgData name="Ferrer-Bonsoms Hernandez, Juan Angel" userId="3ee72a98-c108-4a22-84cf-0fb1bff741c5" providerId="ADAL" clId="{6F48326A-ED2E-254A-810F-3FFCE3448F68}" dt="2023-01-29T15:37:50.584" v="235" actId="2696"/>
        <pc:sldMkLst>
          <pc:docMk/>
          <pc:sldMk cId="141579790" sldId="320"/>
        </pc:sldMkLst>
      </pc:sldChg>
      <pc:sldChg chg="add del">
        <pc:chgData name="Ferrer-Bonsoms Hernandez, Juan Angel" userId="3ee72a98-c108-4a22-84cf-0fb1bff741c5" providerId="ADAL" clId="{6F48326A-ED2E-254A-810F-3FFCE3448F68}" dt="2023-01-29T15:37:50.584" v="235" actId="2696"/>
        <pc:sldMkLst>
          <pc:docMk/>
          <pc:sldMk cId="1112676667" sldId="321"/>
        </pc:sldMkLst>
      </pc:sldChg>
      <pc:sldChg chg="add del">
        <pc:chgData name="Ferrer-Bonsoms Hernandez, Juan Angel" userId="3ee72a98-c108-4a22-84cf-0fb1bff741c5" providerId="ADAL" clId="{6F48326A-ED2E-254A-810F-3FFCE3448F68}" dt="2023-01-29T15:37:50.584" v="235" actId="2696"/>
        <pc:sldMkLst>
          <pc:docMk/>
          <pc:sldMk cId="2521336290" sldId="322"/>
        </pc:sldMkLst>
      </pc:sldChg>
      <pc:sldChg chg="add del">
        <pc:chgData name="Ferrer-Bonsoms Hernandez, Juan Angel" userId="3ee72a98-c108-4a22-84cf-0fb1bff741c5" providerId="ADAL" clId="{6F48326A-ED2E-254A-810F-3FFCE3448F68}" dt="2023-01-29T15:37:50.584" v="235" actId="2696"/>
        <pc:sldMkLst>
          <pc:docMk/>
          <pc:sldMk cId="4081102635" sldId="325"/>
        </pc:sldMkLst>
      </pc:sldChg>
      <pc:sldChg chg="add del">
        <pc:chgData name="Ferrer-Bonsoms Hernandez, Juan Angel" userId="3ee72a98-c108-4a22-84cf-0fb1bff741c5" providerId="ADAL" clId="{6F48326A-ED2E-254A-810F-3FFCE3448F68}" dt="2023-01-29T15:37:50.584" v="235" actId="2696"/>
        <pc:sldMkLst>
          <pc:docMk/>
          <pc:sldMk cId="3224495326" sldId="327"/>
        </pc:sldMkLst>
      </pc:sldChg>
      <pc:sldChg chg="add del">
        <pc:chgData name="Ferrer-Bonsoms Hernandez, Juan Angel" userId="3ee72a98-c108-4a22-84cf-0fb1bff741c5" providerId="ADAL" clId="{6F48326A-ED2E-254A-810F-3FFCE3448F68}" dt="2023-01-29T15:37:50.584" v="235" actId="2696"/>
        <pc:sldMkLst>
          <pc:docMk/>
          <pc:sldMk cId="3265562963" sldId="328"/>
        </pc:sldMkLst>
      </pc:sldChg>
      <pc:sldChg chg="add del">
        <pc:chgData name="Ferrer-Bonsoms Hernandez, Juan Angel" userId="3ee72a98-c108-4a22-84cf-0fb1bff741c5" providerId="ADAL" clId="{6F48326A-ED2E-254A-810F-3FFCE3448F68}" dt="2023-01-29T15:37:50.584" v="235" actId="2696"/>
        <pc:sldMkLst>
          <pc:docMk/>
          <pc:sldMk cId="3130711131" sldId="331"/>
        </pc:sldMkLst>
      </pc:sldChg>
      <pc:sldChg chg="add del">
        <pc:chgData name="Ferrer-Bonsoms Hernandez, Juan Angel" userId="3ee72a98-c108-4a22-84cf-0fb1bff741c5" providerId="ADAL" clId="{6F48326A-ED2E-254A-810F-3FFCE3448F68}" dt="2023-01-29T15:37:50.584" v="235" actId="2696"/>
        <pc:sldMkLst>
          <pc:docMk/>
          <pc:sldMk cId="2934793452" sldId="332"/>
        </pc:sldMkLst>
      </pc:sldChg>
      <pc:sldChg chg="add del">
        <pc:chgData name="Ferrer-Bonsoms Hernandez, Juan Angel" userId="3ee72a98-c108-4a22-84cf-0fb1bff741c5" providerId="ADAL" clId="{6F48326A-ED2E-254A-810F-3FFCE3448F68}" dt="2023-01-29T15:37:50.584" v="235" actId="2696"/>
        <pc:sldMkLst>
          <pc:docMk/>
          <pc:sldMk cId="1528707327" sldId="333"/>
        </pc:sldMkLst>
      </pc:sldChg>
      <pc:sldChg chg="add del">
        <pc:chgData name="Ferrer-Bonsoms Hernandez, Juan Angel" userId="3ee72a98-c108-4a22-84cf-0fb1bff741c5" providerId="ADAL" clId="{6F48326A-ED2E-254A-810F-3FFCE3448F68}" dt="2023-01-29T15:37:50.584" v="235" actId="2696"/>
        <pc:sldMkLst>
          <pc:docMk/>
          <pc:sldMk cId="3113111149" sldId="334"/>
        </pc:sldMkLst>
      </pc:sldChg>
      <pc:sldChg chg="add del">
        <pc:chgData name="Ferrer-Bonsoms Hernandez, Juan Angel" userId="3ee72a98-c108-4a22-84cf-0fb1bff741c5" providerId="ADAL" clId="{6F48326A-ED2E-254A-810F-3FFCE3448F68}" dt="2023-01-29T15:37:50.584" v="235" actId="2696"/>
        <pc:sldMkLst>
          <pc:docMk/>
          <pc:sldMk cId="1740634989" sldId="337"/>
        </pc:sldMkLst>
      </pc:sldChg>
      <pc:sldChg chg="add del">
        <pc:chgData name="Ferrer-Bonsoms Hernandez, Juan Angel" userId="3ee72a98-c108-4a22-84cf-0fb1bff741c5" providerId="ADAL" clId="{6F48326A-ED2E-254A-810F-3FFCE3448F68}" dt="2023-01-29T15:37:50.584" v="235" actId="2696"/>
        <pc:sldMkLst>
          <pc:docMk/>
          <pc:sldMk cId="184343253" sldId="338"/>
        </pc:sldMkLst>
      </pc:sldChg>
      <pc:sldChg chg="add del">
        <pc:chgData name="Ferrer-Bonsoms Hernandez, Juan Angel" userId="3ee72a98-c108-4a22-84cf-0fb1bff741c5" providerId="ADAL" clId="{6F48326A-ED2E-254A-810F-3FFCE3448F68}" dt="2023-01-29T15:37:50.584" v="235" actId="2696"/>
        <pc:sldMkLst>
          <pc:docMk/>
          <pc:sldMk cId="3161518795" sldId="339"/>
        </pc:sldMkLst>
      </pc:sldChg>
      <pc:sldChg chg="add del">
        <pc:chgData name="Ferrer-Bonsoms Hernandez, Juan Angel" userId="3ee72a98-c108-4a22-84cf-0fb1bff741c5" providerId="ADAL" clId="{6F48326A-ED2E-254A-810F-3FFCE3448F68}" dt="2023-01-29T15:37:50.584" v="235" actId="2696"/>
        <pc:sldMkLst>
          <pc:docMk/>
          <pc:sldMk cId="1631936719" sldId="341"/>
        </pc:sldMkLst>
      </pc:sldChg>
      <pc:sldChg chg="add del">
        <pc:chgData name="Ferrer-Bonsoms Hernandez, Juan Angel" userId="3ee72a98-c108-4a22-84cf-0fb1bff741c5" providerId="ADAL" clId="{6F48326A-ED2E-254A-810F-3FFCE3448F68}" dt="2023-01-29T15:37:50.584" v="235" actId="2696"/>
        <pc:sldMkLst>
          <pc:docMk/>
          <pc:sldMk cId="1296825125" sldId="345"/>
        </pc:sldMkLst>
      </pc:sldChg>
      <pc:sldChg chg="add del">
        <pc:chgData name="Ferrer-Bonsoms Hernandez, Juan Angel" userId="3ee72a98-c108-4a22-84cf-0fb1bff741c5" providerId="ADAL" clId="{6F48326A-ED2E-254A-810F-3FFCE3448F68}" dt="2023-01-29T15:37:50.584" v="235" actId="2696"/>
        <pc:sldMkLst>
          <pc:docMk/>
          <pc:sldMk cId="3345609941" sldId="347"/>
        </pc:sldMkLst>
      </pc:sldChg>
      <pc:sldChg chg="add del">
        <pc:chgData name="Ferrer-Bonsoms Hernandez, Juan Angel" userId="3ee72a98-c108-4a22-84cf-0fb1bff741c5" providerId="ADAL" clId="{6F48326A-ED2E-254A-810F-3FFCE3448F68}" dt="2023-01-29T15:37:50.584" v="235" actId="2696"/>
        <pc:sldMkLst>
          <pc:docMk/>
          <pc:sldMk cId="3602770251" sldId="348"/>
        </pc:sldMkLst>
      </pc:sldChg>
      <pc:sldChg chg="add del">
        <pc:chgData name="Ferrer-Bonsoms Hernandez, Juan Angel" userId="3ee72a98-c108-4a22-84cf-0fb1bff741c5" providerId="ADAL" clId="{6F48326A-ED2E-254A-810F-3FFCE3448F68}" dt="2023-01-29T15:37:50.584" v="235" actId="2696"/>
        <pc:sldMkLst>
          <pc:docMk/>
          <pc:sldMk cId="2943238490" sldId="350"/>
        </pc:sldMkLst>
      </pc:sldChg>
      <pc:sldChg chg="add del">
        <pc:chgData name="Ferrer-Bonsoms Hernandez, Juan Angel" userId="3ee72a98-c108-4a22-84cf-0fb1bff741c5" providerId="ADAL" clId="{6F48326A-ED2E-254A-810F-3FFCE3448F68}" dt="2023-01-29T15:37:50.584" v="235" actId="2696"/>
        <pc:sldMkLst>
          <pc:docMk/>
          <pc:sldMk cId="3218441142" sldId="351"/>
        </pc:sldMkLst>
      </pc:sldChg>
      <pc:sldChg chg="add del">
        <pc:chgData name="Ferrer-Bonsoms Hernandez, Juan Angel" userId="3ee72a98-c108-4a22-84cf-0fb1bff741c5" providerId="ADAL" clId="{6F48326A-ED2E-254A-810F-3FFCE3448F68}" dt="2023-01-29T15:37:50.584" v="235" actId="2696"/>
        <pc:sldMkLst>
          <pc:docMk/>
          <pc:sldMk cId="2536378887" sldId="352"/>
        </pc:sldMkLst>
      </pc:sldChg>
      <pc:sldChg chg="add del">
        <pc:chgData name="Ferrer-Bonsoms Hernandez, Juan Angel" userId="3ee72a98-c108-4a22-84cf-0fb1bff741c5" providerId="ADAL" clId="{6F48326A-ED2E-254A-810F-3FFCE3448F68}" dt="2023-01-29T15:37:50.584" v="235" actId="2696"/>
        <pc:sldMkLst>
          <pc:docMk/>
          <pc:sldMk cId="3484746493" sldId="354"/>
        </pc:sldMkLst>
      </pc:sldChg>
      <pc:sldChg chg="add del">
        <pc:chgData name="Ferrer-Bonsoms Hernandez, Juan Angel" userId="3ee72a98-c108-4a22-84cf-0fb1bff741c5" providerId="ADAL" clId="{6F48326A-ED2E-254A-810F-3FFCE3448F68}" dt="2023-01-29T15:37:50.584" v="235" actId="2696"/>
        <pc:sldMkLst>
          <pc:docMk/>
          <pc:sldMk cId="1625717382" sldId="355"/>
        </pc:sldMkLst>
      </pc:sldChg>
      <pc:sldChg chg="add del">
        <pc:chgData name="Ferrer-Bonsoms Hernandez, Juan Angel" userId="3ee72a98-c108-4a22-84cf-0fb1bff741c5" providerId="ADAL" clId="{6F48326A-ED2E-254A-810F-3FFCE3448F68}" dt="2023-01-29T15:37:50.584" v="235" actId="2696"/>
        <pc:sldMkLst>
          <pc:docMk/>
          <pc:sldMk cId="2321372196" sldId="356"/>
        </pc:sldMkLst>
      </pc:sldChg>
      <pc:sldChg chg="add del">
        <pc:chgData name="Ferrer-Bonsoms Hernandez, Juan Angel" userId="3ee72a98-c108-4a22-84cf-0fb1bff741c5" providerId="ADAL" clId="{6F48326A-ED2E-254A-810F-3FFCE3448F68}" dt="2023-01-29T15:37:50.584" v="235" actId="2696"/>
        <pc:sldMkLst>
          <pc:docMk/>
          <pc:sldMk cId="2934376411" sldId="357"/>
        </pc:sldMkLst>
      </pc:sldChg>
      <pc:sldChg chg="add del">
        <pc:chgData name="Ferrer-Bonsoms Hernandez, Juan Angel" userId="3ee72a98-c108-4a22-84cf-0fb1bff741c5" providerId="ADAL" clId="{6F48326A-ED2E-254A-810F-3FFCE3448F68}" dt="2023-01-29T15:37:50.584" v="235" actId="2696"/>
        <pc:sldMkLst>
          <pc:docMk/>
          <pc:sldMk cId="3341684124" sldId="358"/>
        </pc:sldMkLst>
      </pc:sldChg>
      <pc:sldChg chg="add del">
        <pc:chgData name="Ferrer-Bonsoms Hernandez, Juan Angel" userId="3ee72a98-c108-4a22-84cf-0fb1bff741c5" providerId="ADAL" clId="{6F48326A-ED2E-254A-810F-3FFCE3448F68}" dt="2023-01-29T15:37:50.584" v="235" actId="2696"/>
        <pc:sldMkLst>
          <pc:docMk/>
          <pc:sldMk cId="471014522" sldId="367"/>
        </pc:sldMkLst>
      </pc:sldChg>
      <pc:sldChg chg="add del">
        <pc:chgData name="Ferrer-Bonsoms Hernandez, Juan Angel" userId="3ee72a98-c108-4a22-84cf-0fb1bff741c5" providerId="ADAL" clId="{6F48326A-ED2E-254A-810F-3FFCE3448F68}" dt="2023-01-29T15:37:50.584" v="235" actId="2696"/>
        <pc:sldMkLst>
          <pc:docMk/>
          <pc:sldMk cId="2513117910" sldId="368"/>
        </pc:sldMkLst>
      </pc:sldChg>
      <pc:sldChg chg="add del">
        <pc:chgData name="Ferrer-Bonsoms Hernandez, Juan Angel" userId="3ee72a98-c108-4a22-84cf-0fb1bff741c5" providerId="ADAL" clId="{6F48326A-ED2E-254A-810F-3FFCE3448F68}" dt="2023-01-29T15:37:50.584" v="235" actId="2696"/>
        <pc:sldMkLst>
          <pc:docMk/>
          <pc:sldMk cId="2960521640" sldId="369"/>
        </pc:sldMkLst>
      </pc:sldChg>
      <pc:sldChg chg="add del">
        <pc:chgData name="Ferrer-Bonsoms Hernandez, Juan Angel" userId="3ee72a98-c108-4a22-84cf-0fb1bff741c5" providerId="ADAL" clId="{6F48326A-ED2E-254A-810F-3FFCE3448F68}" dt="2023-01-29T15:37:50.584" v="235" actId="2696"/>
        <pc:sldMkLst>
          <pc:docMk/>
          <pc:sldMk cId="2978070362" sldId="370"/>
        </pc:sldMkLst>
      </pc:sldChg>
      <pc:sldChg chg="add del">
        <pc:chgData name="Ferrer-Bonsoms Hernandez, Juan Angel" userId="3ee72a98-c108-4a22-84cf-0fb1bff741c5" providerId="ADAL" clId="{6F48326A-ED2E-254A-810F-3FFCE3448F68}" dt="2023-01-29T15:37:50.584" v="235" actId="2696"/>
        <pc:sldMkLst>
          <pc:docMk/>
          <pc:sldMk cId="1214728025" sldId="371"/>
        </pc:sldMkLst>
      </pc:sldChg>
      <pc:sldChg chg="add del">
        <pc:chgData name="Ferrer-Bonsoms Hernandez, Juan Angel" userId="3ee72a98-c108-4a22-84cf-0fb1bff741c5" providerId="ADAL" clId="{6F48326A-ED2E-254A-810F-3FFCE3448F68}" dt="2023-01-29T15:37:50.584" v="235" actId="2696"/>
        <pc:sldMkLst>
          <pc:docMk/>
          <pc:sldMk cId="1240048671" sldId="372"/>
        </pc:sldMkLst>
      </pc:sldChg>
      <pc:sldChg chg="add del">
        <pc:chgData name="Ferrer-Bonsoms Hernandez, Juan Angel" userId="3ee72a98-c108-4a22-84cf-0fb1bff741c5" providerId="ADAL" clId="{6F48326A-ED2E-254A-810F-3FFCE3448F68}" dt="2023-01-29T15:37:50.584" v="235" actId="2696"/>
        <pc:sldMkLst>
          <pc:docMk/>
          <pc:sldMk cId="191353421" sldId="374"/>
        </pc:sldMkLst>
      </pc:sldChg>
      <pc:sldChg chg="add del">
        <pc:chgData name="Ferrer-Bonsoms Hernandez, Juan Angel" userId="3ee72a98-c108-4a22-84cf-0fb1bff741c5" providerId="ADAL" clId="{6F48326A-ED2E-254A-810F-3FFCE3448F68}" dt="2023-01-29T15:37:50.584" v="235" actId="2696"/>
        <pc:sldMkLst>
          <pc:docMk/>
          <pc:sldMk cId="1138369018" sldId="375"/>
        </pc:sldMkLst>
      </pc:sldChg>
      <pc:sldChg chg="add del">
        <pc:chgData name="Ferrer-Bonsoms Hernandez, Juan Angel" userId="3ee72a98-c108-4a22-84cf-0fb1bff741c5" providerId="ADAL" clId="{6F48326A-ED2E-254A-810F-3FFCE3448F68}" dt="2023-01-29T15:37:50.584" v="235" actId="2696"/>
        <pc:sldMkLst>
          <pc:docMk/>
          <pc:sldMk cId="2886073780" sldId="376"/>
        </pc:sldMkLst>
      </pc:sldChg>
      <pc:sldChg chg="add del">
        <pc:chgData name="Ferrer-Bonsoms Hernandez, Juan Angel" userId="3ee72a98-c108-4a22-84cf-0fb1bff741c5" providerId="ADAL" clId="{6F48326A-ED2E-254A-810F-3FFCE3448F68}" dt="2023-01-29T15:37:50.584" v="235" actId="2696"/>
        <pc:sldMkLst>
          <pc:docMk/>
          <pc:sldMk cId="3310746556" sldId="377"/>
        </pc:sldMkLst>
      </pc:sldChg>
      <pc:sldChg chg="add del">
        <pc:chgData name="Ferrer-Bonsoms Hernandez, Juan Angel" userId="3ee72a98-c108-4a22-84cf-0fb1bff741c5" providerId="ADAL" clId="{6F48326A-ED2E-254A-810F-3FFCE3448F68}" dt="2023-01-29T15:37:50.584" v="235" actId="2696"/>
        <pc:sldMkLst>
          <pc:docMk/>
          <pc:sldMk cId="303747764" sldId="378"/>
        </pc:sldMkLst>
      </pc:sldChg>
      <pc:sldChg chg="add del">
        <pc:chgData name="Ferrer-Bonsoms Hernandez, Juan Angel" userId="3ee72a98-c108-4a22-84cf-0fb1bff741c5" providerId="ADAL" clId="{6F48326A-ED2E-254A-810F-3FFCE3448F68}" dt="2023-01-29T15:37:50.584" v="235" actId="2696"/>
        <pc:sldMkLst>
          <pc:docMk/>
          <pc:sldMk cId="3897887063" sldId="379"/>
        </pc:sldMkLst>
      </pc:sldChg>
      <pc:sldChg chg="add del">
        <pc:chgData name="Ferrer-Bonsoms Hernandez, Juan Angel" userId="3ee72a98-c108-4a22-84cf-0fb1bff741c5" providerId="ADAL" clId="{6F48326A-ED2E-254A-810F-3FFCE3448F68}" dt="2023-01-29T15:37:50.584" v="235" actId="2696"/>
        <pc:sldMkLst>
          <pc:docMk/>
          <pc:sldMk cId="1161175982" sldId="380"/>
        </pc:sldMkLst>
      </pc:sldChg>
      <pc:sldChg chg="add del">
        <pc:chgData name="Ferrer-Bonsoms Hernandez, Juan Angel" userId="3ee72a98-c108-4a22-84cf-0fb1bff741c5" providerId="ADAL" clId="{6F48326A-ED2E-254A-810F-3FFCE3448F68}" dt="2023-01-29T15:37:50.584" v="235" actId="2696"/>
        <pc:sldMkLst>
          <pc:docMk/>
          <pc:sldMk cId="2484635363" sldId="381"/>
        </pc:sldMkLst>
      </pc:sldChg>
      <pc:sldChg chg="add del">
        <pc:chgData name="Ferrer-Bonsoms Hernandez, Juan Angel" userId="3ee72a98-c108-4a22-84cf-0fb1bff741c5" providerId="ADAL" clId="{6F48326A-ED2E-254A-810F-3FFCE3448F68}" dt="2023-01-29T15:37:50.584" v="235" actId="2696"/>
        <pc:sldMkLst>
          <pc:docMk/>
          <pc:sldMk cId="3060506821" sldId="383"/>
        </pc:sldMkLst>
      </pc:sldChg>
      <pc:sldChg chg="add del">
        <pc:chgData name="Ferrer-Bonsoms Hernandez, Juan Angel" userId="3ee72a98-c108-4a22-84cf-0fb1bff741c5" providerId="ADAL" clId="{6F48326A-ED2E-254A-810F-3FFCE3448F68}" dt="2023-01-29T15:37:50.584" v="235" actId="2696"/>
        <pc:sldMkLst>
          <pc:docMk/>
          <pc:sldMk cId="3947082313" sldId="385"/>
        </pc:sldMkLst>
      </pc:sldChg>
      <pc:sldChg chg="add del">
        <pc:chgData name="Ferrer-Bonsoms Hernandez, Juan Angel" userId="3ee72a98-c108-4a22-84cf-0fb1bff741c5" providerId="ADAL" clId="{6F48326A-ED2E-254A-810F-3FFCE3448F68}" dt="2023-01-29T15:37:50.584" v="235" actId="2696"/>
        <pc:sldMkLst>
          <pc:docMk/>
          <pc:sldMk cId="658821637" sldId="386"/>
        </pc:sldMkLst>
      </pc:sldChg>
      <pc:sldChg chg="add del">
        <pc:chgData name="Ferrer-Bonsoms Hernandez, Juan Angel" userId="3ee72a98-c108-4a22-84cf-0fb1bff741c5" providerId="ADAL" clId="{6F48326A-ED2E-254A-810F-3FFCE3448F68}" dt="2023-01-29T15:37:50.584" v="235" actId="2696"/>
        <pc:sldMkLst>
          <pc:docMk/>
          <pc:sldMk cId="326841941" sldId="387"/>
        </pc:sldMkLst>
      </pc:sldChg>
      <pc:sldChg chg="add del">
        <pc:chgData name="Ferrer-Bonsoms Hernandez, Juan Angel" userId="3ee72a98-c108-4a22-84cf-0fb1bff741c5" providerId="ADAL" clId="{6F48326A-ED2E-254A-810F-3FFCE3448F68}" dt="2023-01-29T15:37:50.584" v="235" actId="2696"/>
        <pc:sldMkLst>
          <pc:docMk/>
          <pc:sldMk cId="3491083453" sldId="389"/>
        </pc:sldMkLst>
      </pc:sldChg>
      <pc:sldChg chg="add del">
        <pc:chgData name="Ferrer-Bonsoms Hernandez, Juan Angel" userId="3ee72a98-c108-4a22-84cf-0fb1bff741c5" providerId="ADAL" clId="{6F48326A-ED2E-254A-810F-3FFCE3448F68}" dt="2023-01-29T15:37:50.584" v="235" actId="2696"/>
        <pc:sldMkLst>
          <pc:docMk/>
          <pc:sldMk cId="2789759176" sldId="390"/>
        </pc:sldMkLst>
      </pc:sldChg>
      <pc:sldChg chg="add del">
        <pc:chgData name="Ferrer-Bonsoms Hernandez, Juan Angel" userId="3ee72a98-c108-4a22-84cf-0fb1bff741c5" providerId="ADAL" clId="{6F48326A-ED2E-254A-810F-3FFCE3448F68}" dt="2023-01-29T15:37:50.584" v="235" actId="2696"/>
        <pc:sldMkLst>
          <pc:docMk/>
          <pc:sldMk cId="2742285275" sldId="391"/>
        </pc:sldMkLst>
      </pc:sldChg>
      <pc:sldChg chg="add del">
        <pc:chgData name="Ferrer-Bonsoms Hernandez, Juan Angel" userId="3ee72a98-c108-4a22-84cf-0fb1bff741c5" providerId="ADAL" clId="{6F48326A-ED2E-254A-810F-3FFCE3448F68}" dt="2023-01-29T15:37:50.584" v="235" actId="2696"/>
        <pc:sldMkLst>
          <pc:docMk/>
          <pc:sldMk cId="2565865790" sldId="392"/>
        </pc:sldMkLst>
      </pc:sldChg>
      <pc:sldChg chg="add del">
        <pc:chgData name="Ferrer-Bonsoms Hernandez, Juan Angel" userId="3ee72a98-c108-4a22-84cf-0fb1bff741c5" providerId="ADAL" clId="{6F48326A-ED2E-254A-810F-3FFCE3448F68}" dt="2023-01-29T15:37:50.584" v="235" actId="2696"/>
        <pc:sldMkLst>
          <pc:docMk/>
          <pc:sldMk cId="2555603545" sldId="393"/>
        </pc:sldMkLst>
      </pc:sldChg>
      <pc:sldChg chg="add del">
        <pc:chgData name="Ferrer-Bonsoms Hernandez, Juan Angel" userId="3ee72a98-c108-4a22-84cf-0fb1bff741c5" providerId="ADAL" clId="{6F48326A-ED2E-254A-810F-3FFCE3448F68}" dt="2023-01-29T15:37:50.584" v="235" actId="2696"/>
        <pc:sldMkLst>
          <pc:docMk/>
          <pc:sldMk cId="2484328419" sldId="394"/>
        </pc:sldMkLst>
      </pc:sldChg>
      <pc:sldChg chg="add del">
        <pc:chgData name="Ferrer-Bonsoms Hernandez, Juan Angel" userId="3ee72a98-c108-4a22-84cf-0fb1bff741c5" providerId="ADAL" clId="{6F48326A-ED2E-254A-810F-3FFCE3448F68}" dt="2023-01-29T15:37:50.584" v="235" actId="2696"/>
        <pc:sldMkLst>
          <pc:docMk/>
          <pc:sldMk cId="3890914359" sldId="396"/>
        </pc:sldMkLst>
      </pc:sldChg>
      <pc:sldChg chg="add del">
        <pc:chgData name="Ferrer-Bonsoms Hernandez, Juan Angel" userId="3ee72a98-c108-4a22-84cf-0fb1bff741c5" providerId="ADAL" clId="{6F48326A-ED2E-254A-810F-3FFCE3448F68}" dt="2023-01-29T15:37:50.584" v="235" actId="2696"/>
        <pc:sldMkLst>
          <pc:docMk/>
          <pc:sldMk cId="3369192665" sldId="397"/>
        </pc:sldMkLst>
      </pc:sldChg>
      <pc:sldChg chg="add del">
        <pc:chgData name="Ferrer-Bonsoms Hernandez, Juan Angel" userId="3ee72a98-c108-4a22-84cf-0fb1bff741c5" providerId="ADAL" clId="{6F48326A-ED2E-254A-810F-3FFCE3448F68}" dt="2023-01-29T15:37:50.584" v="235" actId="2696"/>
        <pc:sldMkLst>
          <pc:docMk/>
          <pc:sldMk cId="3398716981" sldId="399"/>
        </pc:sldMkLst>
      </pc:sldChg>
      <pc:sldChg chg="add del">
        <pc:chgData name="Ferrer-Bonsoms Hernandez, Juan Angel" userId="3ee72a98-c108-4a22-84cf-0fb1bff741c5" providerId="ADAL" clId="{6F48326A-ED2E-254A-810F-3FFCE3448F68}" dt="2023-01-29T15:37:50.584" v="235" actId="2696"/>
        <pc:sldMkLst>
          <pc:docMk/>
          <pc:sldMk cId="369074238" sldId="400"/>
        </pc:sldMkLst>
      </pc:sldChg>
      <pc:sldChg chg="add del">
        <pc:chgData name="Ferrer-Bonsoms Hernandez, Juan Angel" userId="3ee72a98-c108-4a22-84cf-0fb1bff741c5" providerId="ADAL" clId="{6F48326A-ED2E-254A-810F-3FFCE3448F68}" dt="2023-01-29T15:37:50.584" v="235" actId="2696"/>
        <pc:sldMkLst>
          <pc:docMk/>
          <pc:sldMk cId="2013342353" sldId="401"/>
        </pc:sldMkLst>
      </pc:sldChg>
      <pc:sldChg chg="add del">
        <pc:chgData name="Ferrer-Bonsoms Hernandez, Juan Angel" userId="3ee72a98-c108-4a22-84cf-0fb1bff741c5" providerId="ADAL" clId="{6F48326A-ED2E-254A-810F-3FFCE3448F68}" dt="2023-01-29T15:37:50.584" v="235" actId="2696"/>
        <pc:sldMkLst>
          <pc:docMk/>
          <pc:sldMk cId="1317888891" sldId="402"/>
        </pc:sldMkLst>
      </pc:sldChg>
      <pc:sldChg chg="add del">
        <pc:chgData name="Ferrer-Bonsoms Hernandez, Juan Angel" userId="3ee72a98-c108-4a22-84cf-0fb1bff741c5" providerId="ADAL" clId="{6F48326A-ED2E-254A-810F-3FFCE3448F68}" dt="2023-01-29T15:37:50.584" v="235" actId="2696"/>
        <pc:sldMkLst>
          <pc:docMk/>
          <pc:sldMk cId="2862504414" sldId="403"/>
        </pc:sldMkLst>
      </pc:sldChg>
      <pc:sldChg chg="add del">
        <pc:chgData name="Ferrer-Bonsoms Hernandez, Juan Angel" userId="3ee72a98-c108-4a22-84cf-0fb1bff741c5" providerId="ADAL" clId="{6F48326A-ED2E-254A-810F-3FFCE3448F68}" dt="2023-01-29T15:37:50.584" v="235" actId="2696"/>
        <pc:sldMkLst>
          <pc:docMk/>
          <pc:sldMk cId="2449711525" sldId="404"/>
        </pc:sldMkLst>
      </pc:sldChg>
      <pc:sldChg chg="add del">
        <pc:chgData name="Ferrer-Bonsoms Hernandez, Juan Angel" userId="3ee72a98-c108-4a22-84cf-0fb1bff741c5" providerId="ADAL" clId="{6F48326A-ED2E-254A-810F-3FFCE3448F68}" dt="2023-01-29T15:37:50.584" v="235" actId="2696"/>
        <pc:sldMkLst>
          <pc:docMk/>
          <pc:sldMk cId="2569699466" sldId="405"/>
        </pc:sldMkLst>
      </pc:sldChg>
      <pc:sldChg chg="add del">
        <pc:chgData name="Ferrer-Bonsoms Hernandez, Juan Angel" userId="3ee72a98-c108-4a22-84cf-0fb1bff741c5" providerId="ADAL" clId="{6F48326A-ED2E-254A-810F-3FFCE3448F68}" dt="2023-01-29T15:37:50.584" v="235" actId="2696"/>
        <pc:sldMkLst>
          <pc:docMk/>
          <pc:sldMk cId="665244872" sldId="408"/>
        </pc:sldMkLst>
      </pc:sldChg>
      <pc:sldChg chg="add del">
        <pc:chgData name="Ferrer-Bonsoms Hernandez, Juan Angel" userId="3ee72a98-c108-4a22-84cf-0fb1bff741c5" providerId="ADAL" clId="{6F48326A-ED2E-254A-810F-3FFCE3448F68}" dt="2023-01-29T15:37:50.584" v="235" actId="2696"/>
        <pc:sldMkLst>
          <pc:docMk/>
          <pc:sldMk cId="2172202056" sldId="409"/>
        </pc:sldMkLst>
      </pc:sldChg>
      <pc:sldChg chg="add del">
        <pc:chgData name="Ferrer-Bonsoms Hernandez, Juan Angel" userId="3ee72a98-c108-4a22-84cf-0fb1bff741c5" providerId="ADAL" clId="{6F48326A-ED2E-254A-810F-3FFCE3448F68}" dt="2023-01-29T15:37:50.584" v="235" actId="2696"/>
        <pc:sldMkLst>
          <pc:docMk/>
          <pc:sldMk cId="1895237710" sldId="410"/>
        </pc:sldMkLst>
      </pc:sldChg>
      <pc:sldChg chg="add del">
        <pc:chgData name="Ferrer-Bonsoms Hernandez, Juan Angel" userId="3ee72a98-c108-4a22-84cf-0fb1bff741c5" providerId="ADAL" clId="{6F48326A-ED2E-254A-810F-3FFCE3448F68}" dt="2023-01-29T15:37:50.584" v="235" actId="2696"/>
        <pc:sldMkLst>
          <pc:docMk/>
          <pc:sldMk cId="3594726673" sldId="411"/>
        </pc:sldMkLst>
      </pc:sldChg>
      <pc:sldChg chg="add del">
        <pc:chgData name="Ferrer-Bonsoms Hernandez, Juan Angel" userId="3ee72a98-c108-4a22-84cf-0fb1bff741c5" providerId="ADAL" clId="{6F48326A-ED2E-254A-810F-3FFCE3448F68}" dt="2023-01-29T15:37:50.584" v="235" actId="2696"/>
        <pc:sldMkLst>
          <pc:docMk/>
          <pc:sldMk cId="2780890942" sldId="412"/>
        </pc:sldMkLst>
      </pc:sldChg>
      <pc:sldChg chg="addSp delSp modSp add mod">
        <pc:chgData name="Ferrer-Bonsoms Hernandez, Juan Angel" userId="3ee72a98-c108-4a22-84cf-0fb1bff741c5" providerId="ADAL" clId="{6F48326A-ED2E-254A-810F-3FFCE3448F68}" dt="2023-01-29T15:44:34.945" v="254" actId="20577"/>
        <pc:sldMkLst>
          <pc:docMk/>
          <pc:sldMk cId="639155545" sldId="413"/>
        </pc:sldMkLst>
        <pc:spChg chg="mod">
          <ac:chgData name="Ferrer-Bonsoms Hernandez, Juan Angel" userId="3ee72a98-c108-4a22-84cf-0fb1bff741c5" providerId="ADAL" clId="{6F48326A-ED2E-254A-810F-3FFCE3448F68}" dt="2023-01-29T15:44:34.945" v="254" actId="20577"/>
          <ac:spMkLst>
            <pc:docMk/>
            <pc:sldMk cId="639155545" sldId="413"/>
            <ac:spMk id="15" creationId="{12D2CBB8-CDAF-684F-A9F2-5DC092116F68}"/>
          </ac:spMkLst>
        </pc:spChg>
        <pc:spChg chg="del">
          <ac:chgData name="Ferrer-Bonsoms Hernandez, Juan Angel" userId="3ee72a98-c108-4a22-84cf-0fb1bff741c5" providerId="ADAL" clId="{6F48326A-ED2E-254A-810F-3FFCE3448F68}" dt="2023-01-29T15:37:25.979" v="226" actId="478"/>
          <ac:spMkLst>
            <pc:docMk/>
            <pc:sldMk cId="639155545" sldId="413"/>
            <ac:spMk id="215" creationId="{07C3DAAF-DAD8-5D44-8C08-F6268C896D96}"/>
          </ac:spMkLst>
        </pc:spChg>
        <pc:spChg chg="del">
          <ac:chgData name="Ferrer-Bonsoms Hernandez, Juan Angel" userId="3ee72a98-c108-4a22-84cf-0fb1bff741c5" providerId="ADAL" clId="{6F48326A-ED2E-254A-810F-3FFCE3448F68}" dt="2023-01-29T15:37:31.183" v="231" actId="478"/>
          <ac:spMkLst>
            <pc:docMk/>
            <pc:sldMk cId="639155545" sldId="413"/>
            <ac:spMk id="217" creationId="{3874A52E-3043-8B40-8037-49F454AF69A7}"/>
          </ac:spMkLst>
        </pc:spChg>
        <pc:spChg chg="del">
          <ac:chgData name="Ferrer-Bonsoms Hernandez, Juan Angel" userId="3ee72a98-c108-4a22-84cf-0fb1bff741c5" providerId="ADAL" clId="{6F48326A-ED2E-254A-810F-3FFCE3448F68}" dt="2023-01-29T15:37:29.667" v="230" actId="478"/>
          <ac:spMkLst>
            <pc:docMk/>
            <pc:sldMk cId="639155545" sldId="413"/>
            <ac:spMk id="219" creationId="{830C7C70-EA2F-7B44-BEB4-AAC4B3C13173}"/>
          </ac:spMkLst>
        </pc:spChg>
        <pc:spChg chg="del">
          <ac:chgData name="Ferrer-Bonsoms Hernandez, Juan Angel" userId="3ee72a98-c108-4a22-84cf-0fb1bff741c5" providerId="ADAL" clId="{6F48326A-ED2E-254A-810F-3FFCE3448F68}" dt="2023-01-29T15:37:33.093" v="232" actId="478"/>
          <ac:spMkLst>
            <pc:docMk/>
            <pc:sldMk cId="639155545" sldId="413"/>
            <ac:spMk id="221" creationId="{B1D89837-8BF7-DD4A-B60B-1E262DF042A5}"/>
          </ac:spMkLst>
        </pc:spChg>
        <pc:picChg chg="add mod">
          <ac:chgData name="Ferrer-Bonsoms Hernandez, Juan Angel" userId="3ee72a98-c108-4a22-84cf-0fb1bff741c5" providerId="ADAL" clId="{6F48326A-ED2E-254A-810F-3FFCE3448F68}" dt="2023-01-29T15:44:25.520" v="243"/>
          <ac:picMkLst>
            <pc:docMk/>
            <pc:sldMk cId="639155545" sldId="413"/>
            <ac:picMk id="14" creationId="{9A6B6F10-1098-AF4F-ADB2-950DEE7F1464}"/>
          </ac:picMkLst>
        </pc:picChg>
        <pc:picChg chg="del">
          <ac:chgData name="Ferrer-Bonsoms Hernandez, Juan Angel" userId="3ee72a98-c108-4a22-84cf-0fb1bff741c5" providerId="ADAL" clId="{6F48326A-ED2E-254A-810F-3FFCE3448F68}" dt="2023-01-29T15:37:27.514" v="228" actId="478"/>
          <ac:picMkLst>
            <pc:docMk/>
            <pc:sldMk cId="639155545" sldId="413"/>
            <ac:picMk id="216" creationId="{9629AC52-294C-4F43-BA6C-D31CE5EAE597}"/>
          </ac:picMkLst>
        </pc:picChg>
        <pc:picChg chg="del">
          <ac:chgData name="Ferrer-Bonsoms Hernandez, Juan Angel" userId="3ee72a98-c108-4a22-84cf-0fb1bff741c5" providerId="ADAL" clId="{6F48326A-ED2E-254A-810F-3FFCE3448F68}" dt="2023-01-29T15:37:28.331" v="229" actId="478"/>
          <ac:picMkLst>
            <pc:docMk/>
            <pc:sldMk cId="639155545" sldId="413"/>
            <ac:picMk id="218" creationId="{28AC0D94-A14C-514D-8BD8-A7655CB19837}"/>
          </ac:picMkLst>
        </pc:picChg>
        <pc:picChg chg="del">
          <ac:chgData name="Ferrer-Bonsoms Hernandez, Juan Angel" userId="3ee72a98-c108-4a22-84cf-0fb1bff741c5" providerId="ADAL" clId="{6F48326A-ED2E-254A-810F-3FFCE3448F68}" dt="2023-01-29T15:37:26.760" v="227" actId="478"/>
          <ac:picMkLst>
            <pc:docMk/>
            <pc:sldMk cId="639155545" sldId="413"/>
            <ac:picMk id="220" creationId="{6FFBF0A4-BD09-3743-8AA5-BE72ED32B4F4}"/>
          </ac:picMkLst>
        </pc:picChg>
      </pc:sldChg>
      <pc:sldChg chg="addSp modSp add del mod">
        <pc:chgData name="Ferrer-Bonsoms Hernandez, Juan Angel" userId="3ee72a98-c108-4a22-84cf-0fb1bff741c5" providerId="ADAL" clId="{6F48326A-ED2E-254A-810F-3FFCE3448F68}" dt="2023-01-29T15:51:12.576" v="403" actId="2696"/>
        <pc:sldMkLst>
          <pc:docMk/>
          <pc:sldMk cId="3657321759" sldId="414"/>
        </pc:sldMkLst>
        <pc:spChg chg="add mod">
          <ac:chgData name="Ferrer-Bonsoms Hernandez, Juan Angel" userId="3ee72a98-c108-4a22-84cf-0fb1bff741c5" providerId="ADAL" clId="{6F48326A-ED2E-254A-810F-3FFCE3448F68}" dt="2023-01-29T15:51:04.112" v="402" actId="20577"/>
          <ac:spMkLst>
            <pc:docMk/>
            <pc:sldMk cId="3657321759" sldId="414"/>
            <ac:spMk id="7" creationId="{62B21A85-E17A-3F4C-B920-F687A1420FE4}"/>
          </ac:spMkLst>
        </pc:spChg>
        <pc:spChg chg="mod">
          <ac:chgData name="Ferrer-Bonsoms Hernandez, Juan Angel" userId="3ee72a98-c108-4a22-84cf-0fb1bff741c5" providerId="ADAL" clId="{6F48326A-ED2E-254A-810F-3FFCE3448F68}" dt="2023-01-29T15:45:18.041" v="275" actId="20577"/>
          <ac:spMkLst>
            <pc:docMk/>
            <pc:sldMk cId="3657321759" sldId="414"/>
            <ac:spMk id="15" creationId="{12D2CBB8-CDAF-684F-A9F2-5DC092116F68}"/>
          </ac:spMkLst>
        </pc:spChg>
      </pc:sldChg>
      <pc:sldChg chg="addSp add del">
        <pc:chgData name="Ferrer-Bonsoms Hernandez, Juan Angel" userId="3ee72a98-c108-4a22-84cf-0fb1bff741c5" providerId="ADAL" clId="{6F48326A-ED2E-254A-810F-3FFCE3448F68}" dt="2023-01-29T15:44:27.593" v="244" actId="2696"/>
        <pc:sldMkLst>
          <pc:docMk/>
          <pc:sldMk cId="2873900827" sldId="415"/>
        </pc:sldMkLst>
        <pc:picChg chg="add">
          <ac:chgData name="Ferrer-Bonsoms Hernandez, Juan Angel" userId="3ee72a98-c108-4a22-84cf-0fb1bff741c5" providerId="ADAL" clId="{6F48326A-ED2E-254A-810F-3FFCE3448F68}" dt="2023-01-29T15:38:43.101" v="242"/>
          <ac:picMkLst>
            <pc:docMk/>
            <pc:sldMk cId="2873900827" sldId="415"/>
            <ac:picMk id="2" creationId="{5C83C720-544F-AD4D-ABB8-6EDF631FA11E}"/>
          </ac:picMkLst>
        </pc:picChg>
      </pc:sldChg>
    </pc:docChg>
  </pc:docChgLst>
  <pc:docChgLst>
    <pc:chgData name="Ferrer-Bonsoms Hernandez, Juan Angel" userId="3ee72a98-c108-4a22-84cf-0fb1bff741c5" providerId="ADAL" clId="{D2565D78-CD43-BF4E-9979-7DAFE9AC528F}"/>
    <pc:docChg chg="undo custSel addSld delSld modSld modSection">
      <pc:chgData name="Ferrer-Bonsoms Hernandez, Juan Angel" userId="3ee72a98-c108-4a22-84cf-0fb1bff741c5" providerId="ADAL" clId="{D2565D78-CD43-BF4E-9979-7DAFE9AC528F}" dt="2023-01-29T17:46:01.992" v="1724" actId="20577"/>
      <pc:docMkLst>
        <pc:docMk/>
      </pc:docMkLst>
      <pc:sldChg chg="modSp mod">
        <pc:chgData name="Ferrer-Bonsoms Hernandez, Juan Angel" userId="3ee72a98-c108-4a22-84cf-0fb1bff741c5" providerId="ADAL" clId="{D2565D78-CD43-BF4E-9979-7DAFE9AC528F}" dt="2023-01-29T15:53:11.588" v="14" actId="1076"/>
        <pc:sldMkLst>
          <pc:docMk/>
          <pc:sldMk cId="3704739434" sldId="256"/>
        </pc:sldMkLst>
        <pc:spChg chg="mod">
          <ac:chgData name="Ferrer-Bonsoms Hernandez, Juan Angel" userId="3ee72a98-c108-4a22-84cf-0fb1bff741c5" providerId="ADAL" clId="{D2565D78-CD43-BF4E-9979-7DAFE9AC528F}" dt="2023-01-29T15:53:11.588" v="14" actId="1076"/>
          <ac:spMkLst>
            <pc:docMk/>
            <pc:sldMk cId="3704739434" sldId="256"/>
            <ac:spMk id="6" creationId="{071446DC-BD9F-404E-8E03-417BDE97A349}"/>
          </ac:spMkLst>
        </pc:spChg>
      </pc:sldChg>
      <pc:sldChg chg="addSp delSp modSp mod">
        <pc:chgData name="Ferrer-Bonsoms Hernandez, Juan Angel" userId="3ee72a98-c108-4a22-84cf-0fb1bff741c5" providerId="ADAL" clId="{D2565D78-CD43-BF4E-9979-7DAFE9AC528F}" dt="2023-01-29T15:54:49.320" v="43"/>
        <pc:sldMkLst>
          <pc:docMk/>
          <pc:sldMk cId="91414043" sldId="266"/>
        </pc:sldMkLst>
        <pc:spChg chg="mod">
          <ac:chgData name="Ferrer-Bonsoms Hernandez, Juan Angel" userId="3ee72a98-c108-4a22-84cf-0fb1bff741c5" providerId="ADAL" clId="{D2565D78-CD43-BF4E-9979-7DAFE9AC528F}" dt="2023-01-29T15:53:20.117" v="26" actId="20577"/>
          <ac:spMkLst>
            <pc:docMk/>
            <pc:sldMk cId="91414043" sldId="266"/>
            <ac:spMk id="15" creationId="{12D2CBB8-CDAF-684F-A9F2-5DC092116F68}"/>
          </ac:spMkLst>
        </pc:spChg>
        <pc:spChg chg="add mod">
          <ac:chgData name="Ferrer-Bonsoms Hernandez, Juan Angel" userId="3ee72a98-c108-4a22-84cf-0fb1bff741c5" providerId="ADAL" clId="{D2565D78-CD43-BF4E-9979-7DAFE9AC528F}" dt="2023-01-29T15:54:40.026" v="40"/>
          <ac:spMkLst>
            <pc:docMk/>
            <pc:sldMk cId="91414043" sldId="266"/>
            <ac:spMk id="16" creationId="{016F21B9-BB29-374C-9A20-9C77130F45FB}"/>
          </ac:spMkLst>
        </pc:spChg>
        <pc:spChg chg="del">
          <ac:chgData name="Ferrer-Bonsoms Hernandez, Juan Angel" userId="3ee72a98-c108-4a22-84cf-0fb1bff741c5" providerId="ADAL" clId="{D2565D78-CD43-BF4E-9979-7DAFE9AC528F}" dt="2023-01-29T15:53:24.068" v="27" actId="478"/>
          <ac:spMkLst>
            <pc:docMk/>
            <pc:sldMk cId="91414043" sldId="266"/>
            <ac:spMk id="215" creationId="{07C3DAAF-DAD8-5D44-8C08-F6268C896D96}"/>
          </ac:spMkLst>
        </pc:spChg>
        <pc:spChg chg="del">
          <ac:chgData name="Ferrer-Bonsoms Hernandez, Juan Angel" userId="3ee72a98-c108-4a22-84cf-0fb1bff741c5" providerId="ADAL" clId="{D2565D78-CD43-BF4E-9979-7DAFE9AC528F}" dt="2023-01-29T15:53:28.596" v="32" actId="478"/>
          <ac:spMkLst>
            <pc:docMk/>
            <pc:sldMk cId="91414043" sldId="266"/>
            <ac:spMk id="217" creationId="{3874A52E-3043-8B40-8037-49F454AF69A7}"/>
          </ac:spMkLst>
        </pc:spChg>
        <pc:spChg chg="del">
          <ac:chgData name="Ferrer-Bonsoms Hernandez, Juan Angel" userId="3ee72a98-c108-4a22-84cf-0fb1bff741c5" providerId="ADAL" clId="{D2565D78-CD43-BF4E-9979-7DAFE9AC528F}" dt="2023-01-29T15:53:27.322" v="31" actId="478"/>
          <ac:spMkLst>
            <pc:docMk/>
            <pc:sldMk cId="91414043" sldId="266"/>
            <ac:spMk id="219" creationId="{830C7C70-EA2F-7B44-BEB4-AAC4B3C13173}"/>
          </ac:spMkLst>
        </pc:spChg>
        <pc:spChg chg="del">
          <ac:chgData name="Ferrer-Bonsoms Hernandez, Juan Angel" userId="3ee72a98-c108-4a22-84cf-0fb1bff741c5" providerId="ADAL" clId="{D2565D78-CD43-BF4E-9979-7DAFE9AC528F}" dt="2023-01-29T15:53:29.907" v="33" actId="478"/>
          <ac:spMkLst>
            <pc:docMk/>
            <pc:sldMk cId="91414043" sldId="266"/>
            <ac:spMk id="221" creationId="{B1D89837-8BF7-DD4A-B60B-1E262DF042A5}"/>
          </ac:spMkLst>
        </pc:spChg>
        <pc:picChg chg="add mod">
          <ac:chgData name="Ferrer-Bonsoms Hernandez, Juan Angel" userId="3ee72a98-c108-4a22-84cf-0fb1bff741c5" providerId="ADAL" clId="{D2565D78-CD43-BF4E-9979-7DAFE9AC528F}" dt="2023-01-29T15:54:45.598" v="41" actId="1076"/>
          <ac:picMkLst>
            <pc:docMk/>
            <pc:sldMk cId="91414043" sldId="266"/>
            <ac:picMk id="14" creationId="{DEB85380-8CA6-C346-BDFB-7406A70FA94D}"/>
          </ac:picMkLst>
        </pc:picChg>
        <pc:picChg chg="add mod">
          <ac:chgData name="Ferrer-Bonsoms Hernandez, Juan Angel" userId="3ee72a98-c108-4a22-84cf-0fb1bff741c5" providerId="ADAL" clId="{D2565D78-CD43-BF4E-9979-7DAFE9AC528F}" dt="2023-01-29T15:54:49.320" v="43"/>
          <ac:picMkLst>
            <pc:docMk/>
            <pc:sldMk cId="91414043" sldId="266"/>
            <ac:picMk id="17" creationId="{0E03ACB8-4CE4-5D49-A075-3B11B0B10A16}"/>
          </ac:picMkLst>
        </pc:picChg>
        <pc:picChg chg="del">
          <ac:chgData name="Ferrer-Bonsoms Hernandez, Juan Angel" userId="3ee72a98-c108-4a22-84cf-0fb1bff741c5" providerId="ADAL" clId="{D2565D78-CD43-BF4E-9979-7DAFE9AC528F}" dt="2023-01-29T15:53:25.162" v="29" actId="478"/>
          <ac:picMkLst>
            <pc:docMk/>
            <pc:sldMk cId="91414043" sldId="266"/>
            <ac:picMk id="216" creationId="{9629AC52-294C-4F43-BA6C-D31CE5EAE597}"/>
          </ac:picMkLst>
        </pc:picChg>
        <pc:picChg chg="del">
          <ac:chgData name="Ferrer-Bonsoms Hernandez, Juan Angel" userId="3ee72a98-c108-4a22-84cf-0fb1bff741c5" providerId="ADAL" clId="{D2565D78-CD43-BF4E-9979-7DAFE9AC528F}" dt="2023-01-29T15:53:25.653" v="30" actId="478"/>
          <ac:picMkLst>
            <pc:docMk/>
            <pc:sldMk cId="91414043" sldId="266"/>
            <ac:picMk id="218" creationId="{28AC0D94-A14C-514D-8BD8-A7655CB19837}"/>
          </ac:picMkLst>
        </pc:picChg>
        <pc:picChg chg="del">
          <ac:chgData name="Ferrer-Bonsoms Hernandez, Juan Angel" userId="3ee72a98-c108-4a22-84cf-0fb1bff741c5" providerId="ADAL" clId="{D2565D78-CD43-BF4E-9979-7DAFE9AC528F}" dt="2023-01-29T15:53:24.758" v="28" actId="478"/>
          <ac:picMkLst>
            <pc:docMk/>
            <pc:sldMk cId="91414043" sldId="266"/>
            <ac:picMk id="220" creationId="{6FFBF0A4-BD09-3743-8AA5-BE72ED32B4F4}"/>
          </ac:picMkLst>
        </pc:picChg>
        <pc:picChg chg="del">
          <ac:chgData name="Ferrer-Bonsoms Hernandez, Juan Angel" userId="3ee72a98-c108-4a22-84cf-0fb1bff741c5" providerId="ADAL" clId="{D2565D78-CD43-BF4E-9979-7DAFE9AC528F}" dt="2023-01-29T15:54:48.321" v="42" actId="21"/>
          <ac:picMkLst>
            <pc:docMk/>
            <pc:sldMk cId="91414043" sldId="266"/>
            <ac:picMk id="380" creationId="{127D6B3B-E745-B44F-8E29-DA8F923186ED}"/>
          </ac:picMkLst>
        </pc:picChg>
      </pc:sldChg>
      <pc:sldChg chg="addSp delSp modSp add mod modNotesTx">
        <pc:chgData name="Ferrer-Bonsoms Hernandez, Juan Angel" userId="3ee72a98-c108-4a22-84cf-0fb1bff741c5" providerId="ADAL" clId="{D2565D78-CD43-BF4E-9979-7DAFE9AC528F}" dt="2023-01-29T17:09:15.090" v="925" actId="1076"/>
        <pc:sldMkLst>
          <pc:docMk/>
          <pc:sldMk cId="3117759593" sldId="267"/>
        </pc:sldMkLst>
        <pc:spChg chg="add mod">
          <ac:chgData name="Ferrer-Bonsoms Hernandez, Juan Angel" userId="3ee72a98-c108-4a22-84cf-0fb1bff741c5" providerId="ADAL" clId="{D2565D78-CD43-BF4E-9979-7DAFE9AC528F}" dt="2023-01-29T16:45:06.607" v="665" actId="20577"/>
          <ac:spMkLst>
            <pc:docMk/>
            <pc:sldMk cId="3117759593" sldId="267"/>
            <ac:spMk id="14" creationId="{8396A141-FF78-764B-AF73-6F2B62726EE5}"/>
          </ac:spMkLst>
        </pc:spChg>
        <pc:spChg chg="mod">
          <ac:chgData name="Ferrer-Bonsoms Hernandez, Juan Angel" userId="3ee72a98-c108-4a22-84cf-0fb1bff741c5" providerId="ADAL" clId="{D2565D78-CD43-BF4E-9979-7DAFE9AC528F}" dt="2023-01-29T17:04:34.808" v="915" actId="20577"/>
          <ac:spMkLst>
            <pc:docMk/>
            <pc:sldMk cId="3117759593" sldId="267"/>
            <ac:spMk id="15" creationId="{12D2CBB8-CDAF-684F-A9F2-5DC092116F68}"/>
          </ac:spMkLst>
        </pc:spChg>
        <pc:spChg chg="add mod">
          <ac:chgData name="Ferrer-Bonsoms Hernandez, Juan Angel" userId="3ee72a98-c108-4a22-84cf-0fb1bff741c5" providerId="ADAL" clId="{D2565D78-CD43-BF4E-9979-7DAFE9AC528F}" dt="2023-01-29T17:09:15.090" v="925" actId="1076"/>
          <ac:spMkLst>
            <pc:docMk/>
            <pc:sldMk cId="3117759593" sldId="267"/>
            <ac:spMk id="16" creationId="{AC35EBAC-A78E-AD42-8530-77F608DB1653}"/>
          </ac:spMkLst>
        </pc:spChg>
        <pc:spChg chg="add mod">
          <ac:chgData name="Ferrer-Bonsoms Hernandez, Juan Angel" userId="3ee72a98-c108-4a22-84cf-0fb1bff741c5" providerId="ADAL" clId="{D2565D78-CD43-BF4E-9979-7DAFE9AC528F}" dt="2023-01-29T16:45:58.801" v="672" actId="208"/>
          <ac:spMkLst>
            <pc:docMk/>
            <pc:sldMk cId="3117759593" sldId="267"/>
            <ac:spMk id="18" creationId="{8F81FF34-2219-364F-9562-CD89298D187B}"/>
          </ac:spMkLst>
        </pc:spChg>
        <pc:grpChg chg="add mod">
          <ac:chgData name="Ferrer-Bonsoms Hernandez, Juan Angel" userId="3ee72a98-c108-4a22-84cf-0fb1bff741c5" providerId="ADAL" clId="{D2565D78-CD43-BF4E-9979-7DAFE9AC528F}" dt="2023-01-29T16:47:26.677" v="871" actId="1036"/>
          <ac:grpSpMkLst>
            <pc:docMk/>
            <pc:sldMk cId="3117759593" sldId="267"/>
            <ac:grpSpMk id="19" creationId="{9D67F742-2D4C-EA4F-B922-F7CBCDCBBBEF}"/>
          </ac:grpSpMkLst>
        </pc:grpChg>
        <pc:picChg chg="add mod">
          <ac:chgData name="Ferrer-Bonsoms Hernandez, Juan Angel" userId="3ee72a98-c108-4a22-84cf-0fb1bff741c5" providerId="ADAL" clId="{D2565D78-CD43-BF4E-9979-7DAFE9AC528F}" dt="2023-01-29T16:28:32.627" v="58" actId="1076"/>
          <ac:picMkLst>
            <pc:docMk/>
            <pc:sldMk cId="3117759593" sldId="267"/>
            <ac:picMk id="2" creationId="{A2F792DF-6D18-B349-8904-ED0DF26E575A}"/>
          </ac:picMkLst>
        </pc:picChg>
        <pc:picChg chg="add mod modCrop">
          <ac:chgData name="Ferrer-Bonsoms Hernandez, Juan Angel" userId="3ee72a98-c108-4a22-84cf-0fb1bff741c5" providerId="ADAL" clId="{D2565D78-CD43-BF4E-9979-7DAFE9AC528F}" dt="2023-01-29T16:40:01.117" v="453" actId="1076"/>
          <ac:picMkLst>
            <pc:docMk/>
            <pc:sldMk cId="3117759593" sldId="267"/>
            <ac:picMk id="12" creationId="{1430B46A-3A69-0E49-A0BD-36A356088258}"/>
          </ac:picMkLst>
        </pc:picChg>
        <pc:picChg chg="add mod">
          <ac:chgData name="Ferrer-Bonsoms Hernandez, Juan Angel" userId="3ee72a98-c108-4a22-84cf-0fb1bff741c5" providerId="ADAL" clId="{D2565D78-CD43-BF4E-9979-7DAFE9AC528F}" dt="2023-01-29T16:46:50.020" v="860" actId="1037"/>
          <ac:picMkLst>
            <pc:docMk/>
            <pc:sldMk cId="3117759593" sldId="267"/>
            <ac:picMk id="17" creationId="{C7184617-0FCD-B045-BC5A-C9C58C13C13B}"/>
          </ac:picMkLst>
        </pc:picChg>
        <pc:inkChg chg="add">
          <ac:chgData name="Ferrer-Bonsoms Hernandez, Juan Angel" userId="3ee72a98-c108-4a22-84cf-0fb1bff741c5" providerId="ADAL" clId="{D2565D78-CD43-BF4E-9979-7DAFE9AC528F}" dt="2023-01-29T16:28:45.757" v="59" actId="9405"/>
          <ac:inkMkLst>
            <pc:docMk/>
            <pc:sldMk cId="3117759593" sldId="267"/>
            <ac:inkMk id="3" creationId="{06C3B54E-9A04-3D43-B6C5-9CE33541188B}"/>
          </ac:inkMkLst>
        </pc:inkChg>
        <pc:inkChg chg="add">
          <ac:chgData name="Ferrer-Bonsoms Hernandez, Juan Angel" userId="3ee72a98-c108-4a22-84cf-0fb1bff741c5" providerId="ADAL" clId="{D2565D78-CD43-BF4E-9979-7DAFE9AC528F}" dt="2023-01-29T16:28:50.236" v="60" actId="9405"/>
          <ac:inkMkLst>
            <pc:docMk/>
            <pc:sldMk cId="3117759593" sldId="267"/>
            <ac:inkMk id="4" creationId="{37C233A3-3EE6-7D4A-BE4B-1A3070C1DE0D}"/>
          </ac:inkMkLst>
        </pc:inkChg>
        <pc:inkChg chg="add">
          <ac:chgData name="Ferrer-Bonsoms Hernandez, Juan Angel" userId="3ee72a98-c108-4a22-84cf-0fb1bff741c5" providerId="ADAL" clId="{D2565D78-CD43-BF4E-9979-7DAFE9AC528F}" dt="2023-01-29T16:28:57.723" v="61" actId="9405"/>
          <ac:inkMkLst>
            <pc:docMk/>
            <pc:sldMk cId="3117759593" sldId="267"/>
            <ac:inkMk id="5" creationId="{A1A496D3-77B8-C940-A64E-0D754379074F}"/>
          </ac:inkMkLst>
        </pc:inkChg>
        <pc:inkChg chg="add">
          <ac:chgData name="Ferrer-Bonsoms Hernandez, Juan Angel" userId="3ee72a98-c108-4a22-84cf-0fb1bff741c5" providerId="ADAL" clId="{D2565D78-CD43-BF4E-9979-7DAFE9AC528F}" dt="2023-01-29T16:29:09.255" v="62" actId="9405"/>
          <ac:inkMkLst>
            <pc:docMk/>
            <pc:sldMk cId="3117759593" sldId="267"/>
            <ac:inkMk id="7" creationId="{085DC3B5-2F4F-BC40-867D-5F1B5CAB0228}"/>
          </ac:inkMkLst>
        </pc:inkChg>
        <pc:inkChg chg="add">
          <ac:chgData name="Ferrer-Bonsoms Hernandez, Juan Angel" userId="3ee72a98-c108-4a22-84cf-0fb1bff741c5" providerId="ADAL" clId="{D2565D78-CD43-BF4E-9979-7DAFE9AC528F}" dt="2023-01-29T16:29:22.611" v="63" actId="9405"/>
          <ac:inkMkLst>
            <pc:docMk/>
            <pc:sldMk cId="3117759593" sldId="267"/>
            <ac:inkMk id="8" creationId="{64CA1C1A-C0D4-474A-9E64-E57ED3B08F3E}"/>
          </ac:inkMkLst>
        </pc:inkChg>
        <pc:inkChg chg="add">
          <ac:chgData name="Ferrer-Bonsoms Hernandez, Juan Angel" userId="3ee72a98-c108-4a22-84cf-0fb1bff741c5" providerId="ADAL" clId="{D2565D78-CD43-BF4E-9979-7DAFE9AC528F}" dt="2023-01-29T16:29:29.438" v="64" actId="9405"/>
          <ac:inkMkLst>
            <pc:docMk/>
            <pc:sldMk cId="3117759593" sldId="267"/>
            <ac:inkMk id="9" creationId="{73C28257-B786-014E-9729-914C8DB82B82}"/>
          </ac:inkMkLst>
        </pc:inkChg>
        <pc:inkChg chg="add del">
          <ac:chgData name="Ferrer-Bonsoms Hernandez, Juan Angel" userId="3ee72a98-c108-4a22-84cf-0fb1bff741c5" providerId="ADAL" clId="{D2565D78-CD43-BF4E-9979-7DAFE9AC528F}" dt="2023-01-29T16:29:49.999" v="66" actId="9405"/>
          <ac:inkMkLst>
            <pc:docMk/>
            <pc:sldMk cId="3117759593" sldId="267"/>
            <ac:inkMk id="10" creationId="{AC3C5671-9E7C-814A-86F8-C597929026F0}"/>
          </ac:inkMkLst>
        </pc:inkChg>
      </pc:sldChg>
      <pc:sldChg chg="addSp modSp add del mod modNotesTx">
        <pc:chgData name="Ferrer-Bonsoms Hernandez, Juan Angel" userId="3ee72a98-c108-4a22-84cf-0fb1bff741c5" providerId="ADAL" clId="{D2565D78-CD43-BF4E-9979-7DAFE9AC528F}" dt="2023-01-29T17:16:38.115" v="1448" actId="2696"/>
        <pc:sldMkLst>
          <pc:docMk/>
          <pc:sldMk cId="2434758271" sldId="268"/>
        </pc:sldMkLst>
        <pc:spChg chg="add mod">
          <ac:chgData name="Ferrer-Bonsoms Hernandez, Juan Angel" userId="3ee72a98-c108-4a22-84cf-0fb1bff741c5" providerId="ADAL" clId="{D2565D78-CD43-BF4E-9979-7DAFE9AC528F}" dt="2023-01-29T17:09:18.922" v="926" actId="1076"/>
          <ac:spMkLst>
            <pc:docMk/>
            <pc:sldMk cId="2434758271" sldId="268"/>
            <ac:spMk id="2" creationId="{92E550AB-6570-8F48-B4C0-5453947FC746}"/>
          </ac:spMkLst>
        </pc:spChg>
        <pc:spChg chg="mod">
          <ac:chgData name="Ferrer-Bonsoms Hernandez, Juan Angel" userId="3ee72a98-c108-4a22-84cf-0fb1bff741c5" providerId="ADAL" clId="{D2565D78-CD43-BF4E-9979-7DAFE9AC528F}" dt="2023-01-29T16:48:06.697" v="903" actId="20577"/>
          <ac:spMkLst>
            <pc:docMk/>
            <pc:sldMk cId="2434758271" sldId="268"/>
            <ac:spMk id="15" creationId="{12D2CBB8-CDAF-684F-A9F2-5DC092116F68}"/>
          </ac:spMkLst>
        </pc:spChg>
        <pc:picChg chg="add mod">
          <ac:chgData name="Ferrer-Bonsoms Hernandez, Juan Angel" userId="3ee72a98-c108-4a22-84cf-0fb1bff741c5" providerId="ADAL" clId="{D2565D78-CD43-BF4E-9979-7DAFE9AC528F}" dt="2023-01-29T17:09:37.272" v="947" actId="1035"/>
          <ac:picMkLst>
            <pc:docMk/>
            <pc:sldMk cId="2434758271" sldId="268"/>
            <ac:picMk id="1026" creationId="{1A1EE251-1A53-3B45-9B8E-40FEA3A0C383}"/>
          </ac:picMkLst>
        </pc:picChg>
      </pc:sldChg>
      <pc:sldChg chg="addSp delSp modSp add mod modNotesTx">
        <pc:chgData name="Ferrer-Bonsoms Hernandez, Juan Angel" userId="3ee72a98-c108-4a22-84cf-0fb1bff741c5" providerId="ADAL" clId="{D2565D78-CD43-BF4E-9979-7DAFE9AC528F}" dt="2023-01-29T17:15:13.453" v="1446" actId="20577"/>
        <pc:sldMkLst>
          <pc:docMk/>
          <pc:sldMk cId="2423602934" sldId="269"/>
        </pc:sldMkLst>
        <pc:spChg chg="add mod">
          <ac:chgData name="Ferrer-Bonsoms Hernandez, Juan Angel" userId="3ee72a98-c108-4a22-84cf-0fb1bff741c5" providerId="ADAL" clId="{D2565D78-CD43-BF4E-9979-7DAFE9AC528F}" dt="2023-01-29T17:13:06.357" v="1281" actId="20577"/>
          <ac:spMkLst>
            <pc:docMk/>
            <pc:sldMk cId="2423602934" sldId="269"/>
            <ac:spMk id="3" creationId="{84EDE337-82C5-9746-85B7-B1D1E93A7546}"/>
          </ac:spMkLst>
        </pc:spChg>
        <pc:spChg chg="add mod">
          <ac:chgData name="Ferrer-Bonsoms Hernandez, Juan Angel" userId="3ee72a98-c108-4a22-84cf-0fb1bff741c5" providerId="ADAL" clId="{D2565D78-CD43-BF4E-9979-7DAFE9AC528F}" dt="2023-01-29T17:13:42.436" v="1309" actId="1076"/>
          <ac:spMkLst>
            <pc:docMk/>
            <pc:sldMk cId="2423602934" sldId="269"/>
            <ac:spMk id="4" creationId="{635A22DE-1946-3E4B-955E-DA088AA1A878}"/>
          </ac:spMkLst>
        </pc:spChg>
        <pc:spChg chg="add mod">
          <ac:chgData name="Ferrer-Bonsoms Hernandez, Juan Angel" userId="3ee72a98-c108-4a22-84cf-0fb1bff741c5" providerId="ADAL" clId="{D2565D78-CD43-BF4E-9979-7DAFE9AC528F}" dt="2023-01-29T17:14:29.936" v="1329" actId="20577"/>
          <ac:spMkLst>
            <pc:docMk/>
            <pc:sldMk cId="2423602934" sldId="269"/>
            <ac:spMk id="14" creationId="{6CD95649-85AF-A74B-8BF7-F809A950C153}"/>
          </ac:spMkLst>
        </pc:spChg>
        <pc:picChg chg="del">
          <ac:chgData name="Ferrer-Bonsoms Hernandez, Juan Angel" userId="3ee72a98-c108-4a22-84cf-0fb1bff741c5" providerId="ADAL" clId="{D2565D78-CD43-BF4E-9979-7DAFE9AC528F}" dt="2023-01-29T17:11:15.566" v="1178" actId="478"/>
          <ac:picMkLst>
            <pc:docMk/>
            <pc:sldMk cId="2423602934" sldId="269"/>
            <ac:picMk id="1026" creationId="{1A1EE251-1A53-3B45-9B8E-40FEA3A0C383}"/>
          </ac:picMkLst>
        </pc:picChg>
        <pc:picChg chg="add mod">
          <ac:chgData name="Ferrer-Bonsoms Hernandez, Juan Angel" userId="3ee72a98-c108-4a22-84cf-0fb1bff741c5" providerId="ADAL" clId="{D2565D78-CD43-BF4E-9979-7DAFE9AC528F}" dt="2023-01-29T17:11:31.881" v="1180" actId="1076"/>
          <ac:picMkLst>
            <pc:docMk/>
            <pc:sldMk cId="2423602934" sldId="269"/>
            <ac:picMk id="2050" creationId="{B5967EAD-DCD7-DE4F-93CC-CBD00FE17A29}"/>
          </ac:picMkLst>
        </pc:picChg>
        <pc:picChg chg="add mod">
          <ac:chgData name="Ferrer-Bonsoms Hernandez, Juan Angel" userId="3ee72a98-c108-4a22-84cf-0fb1bff741c5" providerId="ADAL" clId="{D2565D78-CD43-BF4E-9979-7DAFE9AC528F}" dt="2023-01-29T17:13:29.753" v="1284" actId="1076"/>
          <ac:picMkLst>
            <pc:docMk/>
            <pc:sldMk cId="2423602934" sldId="269"/>
            <ac:picMk id="2052" creationId="{ADB9B492-DFA6-C54D-BD80-D19478A58E85}"/>
          </ac:picMkLst>
        </pc:picChg>
        <pc:picChg chg="add mod">
          <ac:chgData name="Ferrer-Bonsoms Hernandez, Juan Angel" userId="3ee72a98-c108-4a22-84cf-0fb1bff741c5" providerId="ADAL" clId="{D2565D78-CD43-BF4E-9979-7DAFE9AC528F}" dt="2023-01-29T17:14:23.798" v="1328" actId="1076"/>
          <ac:picMkLst>
            <pc:docMk/>
            <pc:sldMk cId="2423602934" sldId="269"/>
            <ac:picMk id="2054" creationId="{CD503F12-0135-304F-A714-4C5C8FE84B6B}"/>
          </ac:picMkLst>
        </pc:picChg>
      </pc:sldChg>
      <pc:sldChg chg="addSp delSp modSp add mod">
        <pc:chgData name="Ferrer-Bonsoms Hernandez, Juan Angel" userId="3ee72a98-c108-4a22-84cf-0fb1bff741c5" providerId="ADAL" clId="{D2565D78-CD43-BF4E-9979-7DAFE9AC528F}" dt="2023-01-29T17:25:26.411" v="1517" actId="1076"/>
        <pc:sldMkLst>
          <pc:docMk/>
          <pc:sldMk cId="20283194" sldId="270"/>
        </pc:sldMkLst>
        <pc:spChg chg="del">
          <ac:chgData name="Ferrer-Bonsoms Hernandez, Juan Angel" userId="3ee72a98-c108-4a22-84cf-0fb1bff741c5" providerId="ADAL" clId="{D2565D78-CD43-BF4E-9979-7DAFE9AC528F}" dt="2023-01-29T17:16:56.230" v="1449" actId="478"/>
          <ac:spMkLst>
            <pc:docMk/>
            <pc:sldMk cId="20283194" sldId="270"/>
            <ac:spMk id="3" creationId="{84EDE337-82C5-9746-85B7-B1D1E93A7546}"/>
          </ac:spMkLst>
        </pc:spChg>
        <pc:spChg chg="del">
          <ac:chgData name="Ferrer-Bonsoms Hernandez, Juan Angel" userId="3ee72a98-c108-4a22-84cf-0fb1bff741c5" providerId="ADAL" clId="{D2565D78-CD43-BF4E-9979-7DAFE9AC528F}" dt="2023-01-29T17:17:09.813" v="1453" actId="478"/>
          <ac:spMkLst>
            <pc:docMk/>
            <pc:sldMk cId="20283194" sldId="270"/>
            <ac:spMk id="4" creationId="{635A22DE-1946-3E4B-955E-DA088AA1A878}"/>
          </ac:spMkLst>
        </pc:spChg>
        <pc:spChg chg="add mod">
          <ac:chgData name="Ferrer-Bonsoms Hernandez, Juan Angel" userId="3ee72a98-c108-4a22-84cf-0fb1bff741c5" providerId="ADAL" clId="{D2565D78-CD43-BF4E-9979-7DAFE9AC528F}" dt="2023-01-29T17:24:09.596" v="1511" actId="20577"/>
          <ac:spMkLst>
            <pc:docMk/>
            <pc:sldMk cId="20283194" sldId="270"/>
            <ac:spMk id="5" creationId="{2B3F5D12-E637-CC47-8027-203D53276FCF}"/>
          </ac:spMkLst>
        </pc:spChg>
        <pc:spChg chg="del">
          <ac:chgData name="Ferrer-Bonsoms Hernandez, Juan Angel" userId="3ee72a98-c108-4a22-84cf-0fb1bff741c5" providerId="ADAL" clId="{D2565D78-CD43-BF4E-9979-7DAFE9AC528F}" dt="2023-01-29T17:17:02.755" v="1450" actId="478"/>
          <ac:spMkLst>
            <pc:docMk/>
            <pc:sldMk cId="20283194" sldId="270"/>
            <ac:spMk id="14" creationId="{6CD95649-85AF-A74B-8BF7-F809A950C153}"/>
          </ac:spMkLst>
        </pc:spChg>
        <pc:spChg chg="add mod">
          <ac:chgData name="Ferrer-Bonsoms Hernandez, Juan Angel" userId="3ee72a98-c108-4a22-84cf-0fb1bff741c5" providerId="ADAL" clId="{D2565D78-CD43-BF4E-9979-7DAFE9AC528F}" dt="2023-01-29T17:22:04.310" v="1458" actId="1076"/>
          <ac:spMkLst>
            <pc:docMk/>
            <pc:sldMk cId="20283194" sldId="270"/>
            <ac:spMk id="16" creationId="{793FA281-4AFB-1F46-BDDB-B2D3C70C69F2}"/>
          </ac:spMkLst>
        </pc:spChg>
        <pc:picChg chg="add del mod">
          <ac:chgData name="Ferrer-Bonsoms Hernandez, Juan Angel" userId="3ee72a98-c108-4a22-84cf-0fb1bff741c5" providerId="ADAL" clId="{D2565D78-CD43-BF4E-9979-7DAFE9AC528F}" dt="2023-01-29T17:25:17.970" v="1515" actId="478"/>
          <ac:picMkLst>
            <pc:docMk/>
            <pc:sldMk cId="20283194" sldId="270"/>
            <ac:picMk id="7" creationId="{5BF06FBA-96CB-7940-BAEA-271D248751A7}"/>
          </ac:picMkLst>
        </pc:picChg>
        <pc:picChg chg="add mod">
          <ac:chgData name="Ferrer-Bonsoms Hernandez, Juan Angel" userId="3ee72a98-c108-4a22-84cf-0fb1bff741c5" providerId="ADAL" clId="{D2565D78-CD43-BF4E-9979-7DAFE9AC528F}" dt="2023-01-29T17:25:26.411" v="1517" actId="1076"/>
          <ac:picMkLst>
            <pc:docMk/>
            <pc:sldMk cId="20283194" sldId="270"/>
            <ac:picMk id="8" creationId="{16E9F40B-66F1-E84A-88A0-4B71160E6DCC}"/>
          </ac:picMkLst>
        </pc:picChg>
        <pc:picChg chg="del">
          <ac:chgData name="Ferrer-Bonsoms Hernandez, Juan Angel" userId="3ee72a98-c108-4a22-84cf-0fb1bff741c5" providerId="ADAL" clId="{D2565D78-CD43-BF4E-9979-7DAFE9AC528F}" dt="2023-01-29T17:17:06.768" v="1452" actId="478"/>
          <ac:picMkLst>
            <pc:docMk/>
            <pc:sldMk cId="20283194" sldId="270"/>
            <ac:picMk id="2052" creationId="{ADB9B492-DFA6-C54D-BD80-D19478A58E85}"/>
          </ac:picMkLst>
        </pc:picChg>
        <pc:picChg chg="del">
          <ac:chgData name="Ferrer-Bonsoms Hernandez, Juan Angel" userId="3ee72a98-c108-4a22-84cf-0fb1bff741c5" providerId="ADAL" clId="{D2565D78-CD43-BF4E-9979-7DAFE9AC528F}" dt="2023-01-29T17:17:04.827" v="1451" actId="478"/>
          <ac:picMkLst>
            <pc:docMk/>
            <pc:sldMk cId="20283194" sldId="270"/>
            <ac:picMk id="2054" creationId="{CD503F12-0135-304F-A714-4C5C8FE84B6B}"/>
          </ac:picMkLst>
        </pc:picChg>
      </pc:sldChg>
      <pc:sldChg chg="addSp delSp modSp add mod">
        <pc:chgData name="Ferrer-Bonsoms Hernandez, Juan Angel" userId="3ee72a98-c108-4a22-84cf-0fb1bff741c5" providerId="ADAL" clId="{D2565D78-CD43-BF4E-9979-7DAFE9AC528F}" dt="2023-01-29T17:26:53.890" v="1527" actId="14100"/>
        <pc:sldMkLst>
          <pc:docMk/>
          <pc:sldMk cId="2508502141" sldId="271"/>
        </pc:sldMkLst>
        <pc:spChg chg="del">
          <ac:chgData name="Ferrer-Bonsoms Hernandez, Juan Angel" userId="3ee72a98-c108-4a22-84cf-0fb1bff741c5" providerId="ADAL" clId="{D2565D78-CD43-BF4E-9979-7DAFE9AC528F}" dt="2023-01-29T17:26:22.450" v="1520" actId="478"/>
          <ac:spMkLst>
            <pc:docMk/>
            <pc:sldMk cId="2508502141" sldId="271"/>
            <ac:spMk id="5" creationId="{2B3F5D12-E637-CC47-8027-203D53276FCF}"/>
          </ac:spMkLst>
        </pc:spChg>
        <pc:spChg chg="add mod">
          <ac:chgData name="Ferrer-Bonsoms Hernandez, Juan Angel" userId="3ee72a98-c108-4a22-84cf-0fb1bff741c5" providerId="ADAL" clId="{D2565D78-CD43-BF4E-9979-7DAFE9AC528F}" dt="2023-01-29T17:26:53.890" v="1527" actId="14100"/>
          <ac:spMkLst>
            <pc:docMk/>
            <pc:sldMk cId="2508502141" sldId="271"/>
            <ac:spMk id="11" creationId="{9D3F3F8E-E140-1A43-990B-6C6C06D6367B}"/>
          </ac:spMkLst>
        </pc:spChg>
        <pc:spChg chg="del">
          <ac:chgData name="Ferrer-Bonsoms Hernandez, Juan Angel" userId="3ee72a98-c108-4a22-84cf-0fb1bff741c5" providerId="ADAL" clId="{D2565D78-CD43-BF4E-9979-7DAFE9AC528F}" dt="2023-01-29T17:26:19.805" v="1519" actId="478"/>
          <ac:spMkLst>
            <pc:docMk/>
            <pc:sldMk cId="2508502141" sldId="271"/>
            <ac:spMk id="16" creationId="{793FA281-4AFB-1F46-BDDB-B2D3C70C69F2}"/>
          </ac:spMkLst>
        </pc:spChg>
        <pc:picChg chg="del">
          <ac:chgData name="Ferrer-Bonsoms Hernandez, Juan Angel" userId="3ee72a98-c108-4a22-84cf-0fb1bff741c5" providerId="ADAL" clId="{D2565D78-CD43-BF4E-9979-7DAFE9AC528F}" dt="2023-01-29T17:26:24.694" v="1521" actId="478"/>
          <ac:picMkLst>
            <pc:docMk/>
            <pc:sldMk cId="2508502141" sldId="271"/>
            <ac:picMk id="8" creationId="{16E9F40B-66F1-E84A-88A0-4B71160E6DCC}"/>
          </ac:picMkLst>
        </pc:picChg>
      </pc:sldChg>
      <pc:sldChg chg="add del">
        <pc:chgData name="Ferrer-Bonsoms Hernandez, Juan Angel" userId="3ee72a98-c108-4a22-84cf-0fb1bff741c5" providerId="ADAL" clId="{D2565D78-CD43-BF4E-9979-7DAFE9AC528F}" dt="2023-01-29T17:26:35.647" v="1523" actId="2696"/>
        <pc:sldMkLst>
          <pc:docMk/>
          <pc:sldMk cId="1596437044" sldId="272"/>
        </pc:sldMkLst>
      </pc:sldChg>
      <pc:sldChg chg="addSp delSp modSp add mod">
        <pc:chgData name="Ferrer-Bonsoms Hernandez, Juan Angel" userId="3ee72a98-c108-4a22-84cf-0fb1bff741c5" providerId="ADAL" clId="{D2565D78-CD43-BF4E-9979-7DAFE9AC528F}" dt="2023-01-29T17:40:28.207" v="1692" actId="20577"/>
        <pc:sldMkLst>
          <pc:docMk/>
          <pc:sldMk cId="4293480207" sldId="272"/>
        </pc:sldMkLst>
        <pc:spChg chg="del">
          <ac:chgData name="Ferrer-Bonsoms Hernandez, Juan Angel" userId="3ee72a98-c108-4a22-84cf-0fb1bff741c5" providerId="ADAL" clId="{D2565D78-CD43-BF4E-9979-7DAFE9AC528F}" dt="2023-01-29T17:34:25.306" v="1576" actId="478"/>
          <ac:spMkLst>
            <pc:docMk/>
            <pc:sldMk cId="4293480207" sldId="272"/>
            <ac:spMk id="2" creationId="{92E550AB-6570-8F48-B4C0-5453947FC746}"/>
          </ac:spMkLst>
        </pc:spChg>
        <pc:spChg chg="add mod">
          <ac:chgData name="Ferrer-Bonsoms Hernandez, Juan Angel" userId="3ee72a98-c108-4a22-84cf-0fb1bff741c5" providerId="ADAL" clId="{D2565D78-CD43-BF4E-9979-7DAFE9AC528F}" dt="2023-01-29T17:39:19.975" v="1679" actId="1076"/>
          <ac:spMkLst>
            <pc:docMk/>
            <pc:sldMk cId="4293480207" sldId="272"/>
            <ac:spMk id="7" creationId="{23B77478-9C13-3440-9FA0-F62B627EE526}"/>
          </ac:spMkLst>
        </pc:spChg>
        <pc:spChg chg="del">
          <ac:chgData name="Ferrer-Bonsoms Hernandez, Juan Angel" userId="3ee72a98-c108-4a22-84cf-0fb1bff741c5" providerId="ADAL" clId="{D2565D78-CD43-BF4E-9979-7DAFE9AC528F}" dt="2023-01-29T17:28:44.432" v="1529" actId="478"/>
          <ac:spMkLst>
            <pc:docMk/>
            <pc:sldMk cId="4293480207" sldId="272"/>
            <ac:spMk id="11" creationId="{9D3F3F8E-E140-1A43-990B-6C6C06D6367B}"/>
          </ac:spMkLst>
        </pc:spChg>
        <pc:spChg chg="add mod">
          <ac:chgData name="Ferrer-Bonsoms Hernandez, Juan Angel" userId="3ee72a98-c108-4a22-84cf-0fb1bff741c5" providerId="ADAL" clId="{D2565D78-CD43-BF4E-9979-7DAFE9AC528F}" dt="2023-01-29T17:38:42.681" v="1646" actId="1076"/>
          <ac:spMkLst>
            <pc:docMk/>
            <pc:sldMk cId="4293480207" sldId="272"/>
            <ac:spMk id="14" creationId="{62D70828-A49C-4A41-BF42-BCE289239BF8}"/>
          </ac:spMkLst>
        </pc:spChg>
        <pc:spChg chg="add mod">
          <ac:chgData name="Ferrer-Bonsoms Hernandez, Juan Angel" userId="3ee72a98-c108-4a22-84cf-0fb1bff741c5" providerId="ADAL" clId="{D2565D78-CD43-BF4E-9979-7DAFE9AC528F}" dt="2023-01-29T17:38:37.742" v="1644" actId="1076"/>
          <ac:spMkLst>
            <pc:docMk/>
            <pc:sldMk cId="4293480207" sldId="272"/>
            <ac:spMk id="16" creationId="{A37FF198-FB67-D240-8985-412C3774203D}"/>
          </ac:spMkLst>
        </pc:spChg>
        <pc:spChg chg="add mod">
          <ac:chgData name="Ferrer-Bonsoms Hernandez, Juan Angel" userId="3ee72a98-c108-4a22-84cf-0fb1bff741c5" providerId="ADAL" clId="{D2565D78-CD43-BF4E-9979-7DAFE9AC528F}" dt="2023-01-29T17:40:11.330" v="1688" actId="1076"/>
          <ac:spMkLst>
            <pc:docMk/>
            <pc:sldMk cId="4293480207" sldId="272"/>
            <ac:spMk id="18" creationId="{42581CC2-D6CC-8C4A-99B4-3AC41B92D58A}"/>
          </ac:spMkLst>
        </pc:spChg>
        <pc:spChg chg="add mod">
          <ac:chgData name="Ferrer-Bonsoms Hernandez, Juan Angel" userId="3ee72a98-c108-4a22-84cf-0fb1bff741c5" providerId="ADAL" clId="{D2565D78-CD43-BF4E-9979-7DAFE9AC528F}" dt="2023-01-29T17:40:28.207" v="1692" actId="20577"/>
          <ac:spMkLst>
            <pc:docMk/>
            <pc:sldMk cId="4293480207" sldId="272"/>
            <ac:spMk id="19" creationId="{56D053EE-8D2B-AD48-9EA0-6FB03B116553}"/>
          </ac:spMkLst>
        </pc:spChg>
        <pc:picChg chg="add mod">
          <ac:chgData name="Ferrer-Bonsoms Hernandez, Juan Angel" userId="3ee72a98-c108-4a22-84cf-0fb1bff741c5" providerId="ADAL" clId="{D2565D78-CD43-BF4E-9979-7DAFE9AC528F}" dt="2023-01-29T17:38:49.131" v="1648" actId="1076"/>
          <ac:picMkLst>
            <pc:docMk/>
            <pc:sldMk cId="4293480207" sldId="272"/>
            <ac:picMk id="3" creationId="{19C374DB-FA66-384A-B2E7-57DC3F39F16F}"/>
          </ac:picMkLst>
        </pc:picChg>
        <pc:picChg chg="add mod">
          <ac:chgData name="Ferrer-Bonsoms Hernandez, Juan Angel" userId="3ee72a98-c108-4a22-84cf-0fb1bff741c5" providerId="ADAL" clId="{D2565D78-CD43-BF4E-9979-7DAFE9AC528F}" dt="2023-01-29T17:38:46.261" v="1647" actId="1076"/>
          <ac:picMkLst>
            <pc:docMk/>
            <pc:sldMk cId="4293480207" sldId="272"/>
            <ac:picMk id="10" creationId="{9B1E7709-A270-4845-A75F-566EAD2719E1}"/>
          </ac:picMkLst>
        </pc:picChg>
        <pc:picChg chg="add mod">
          <ac:chgData name="Ferrer-Bonsoms Hernandez, Juan Angel" userId="3ee72a98-c108-4a22-84cf-0fb1bff741c5" providerId="ADAL" clId="{D2565D78-CD43-BF4E-9979-7DAFE9AC528F}" dt="2023-01-29T17:38:39.407" v="1645" actId="1076"/>
          <ac:picMkLst>
            <pc:docMk/>
            <pc:sldMk cId="4293480207" sldId="272"/>
            <ac:picMk id="12" creationId="{DDEFCBA0-505A-824A-9B6B-66014EEB4F37}"/>
          </ac:picMkLst>
        </pc:picChg>
        <pc:picChg chg="add mod">
          <ac:chgData name="Ferrer-Bonsoms Hernandez, Juan Angel" userId="3ee72a98-c108-4a22-84cf-0fb1bff741c5" providerId="ADAL" clId="{D2565D78-CD43-BF4E-9979-7DAFE9AC528F}" dt="2023-01-29T17:38:51.583" v="1649" actId="1076"/>
          <ac:picMkLst>
            <pc:docMk/>
            <pc:sldMk cId="4293480207" sldId="272"/>
            <ac:picMk id="17" creationId="{9D67B074-40D1-9D49-B63A-C5DFDD8F7489}"/>
          </ac:picMkLst>
        </pc:picChg>
        <pc:picChg chg="del">
          <ac:chgData name="Ferrer-Bonsoms Hernandez, Juan Angel" userId="3ee72a98-c108-4a22-84cf-0fb1bff741c5" providerId="ADAL" clId="{D2565D78-CD43-BF4E-9979-7DAFE9AC528F}" dt="2023-01-29T17:38:19.124" v="1641" actId="478"/>
          <ac:picMkLst>
            <pc:docMk/>
            <pc:sldMk cId="4293480207" sldId="272"/>
            <ac:picMk id="380" creationId="{127D6B3B-E745-B44F-8E29-DA8F923186ED}"/>
          </ac:picMkLst>
        </pc:picChg>
        <pc:picChg chg="del">
          <ac:chgData name="Ferrer-Bonsoms Hernandez, Juan Angel" userId="3ee72a98-c108-4a22-84cf-0fb1bff741c5" providerId="ADAL" clId="{D2565D78-CD43-BF4E-9979-7DAFE9AC528F}" dt="2023-01-29T17:38:34.109" v="1643" actId="478"/>
          <ac:picMkLst>
            <pc:docMk/>
            <pc:sldMk cId="4293480207" sldId="272"/>
            <ac:picMk id="2050" creationId="{B5967EAD-DCD7-DE4F-93CC-CBD00FE17A29}"/>
          </ac:picMkLst>
        </pc:picChg>
      </pc:sldChg>
      <pc:sldChg chg="add del">
        <pc:chgData name="Ferrer-Bonsoms Hernandez, Juan Angel" userId="3ee72a98-c108-4a22-84cf-0fb1bff741c5" providerId="ADAL" clId="{D2565D78-CD43-BF4E-9979-7DAFE9AC528F}" dt="2023-01-29T17:29:40.774" v="1531"/>
        <pc:sldMkLst>
          <pc:docMk/>
          <pc:sldMk cId="243225009" sldId="273"/>
        </pc:sldMkLst>
      </pc:sldChg>
      <pc:sldChg chg="delSp modSp add mod">
        <pc:chgData name="Ferrer-Bonsoms Hernandez, Juan Angel" userId="3ee72a98-c108-4a22-84cf-0fb1bff741c5" providerId="ADAL" clId="{D2565D78-CD43-BF4E-9979-7DAFE9AC528F}" dt="2023-01-29T17:46:01.992" v="1724" actId="20577"/>
        <pc:sldMkLst>
          <pc:docMk/>
          <pc:sldMk cId="3327394686" sldId="273"/>
        </pc:sldMkLst>
        <pc:spChg chg="del">
          <ac:chgData name="Ferrer-Bonsoms Hernandez, Juan Angel" userId="3ee72a98-c108-4a22-84cf-0fb1bff741c5" providerId="ADAL" clId="{D2565D78-CD43-BF4E-9979-7DAFE9AC528F}" dt="2023-01-29T17:45:42.473" v="1700" actId="478"/>
          <ac:spMkLst>
            <pc:docMk/>
            <pc:sldMk cId="3327394686" sldId="273"/>
            <ac:spMk id="7" creationId="{23B77478-9C13-3440-9FA0-F62B627EE526}"/>
          </ac:spMkLst>
        </pc:spChg>
        <pc:spChg chg="del">
          <ac:chgData name="Ferrer-Bonsoms Hernandez, Juan Angel" userId="3ee72a98-c108-4a22-84cf-0fb1bff741c5" providerId="ADAL" clId="{D2565D78-CD43-BF4E-9979-7DAFE9AC528F}" dt="2023-01-29T17:45:36.173" v="1697" actId="478"/>
          <ac:spMkLst>
            <pc:docMk/>
            <pc:sldMk cId="3327394686" sldId="273"/>
            <ac:spMk id="14" creationId="{62D70828-A49C-4A41-BF42-BCE289239BF8}"/>
          </ac:spMkLst>
        </pc:spChg>
        <pc:spChg chg="mod">
          <ac:chgData name="Ferrer-Bonsoms Hernandez, Juan Angel" userId="3ee72a98-c108-4a22-84cf-0fb1bff741c5" providerId="ADAL" clId="{D2565D78-CD43-BF4E-9979-7DAFE9AC528F}" dt="2023-01-29T17:46:01.992" v="1724" actId="20577"/>
          <ac:spMkLst>
            <pc:docMk/>
            <pc:sldMk cId="3327394686" sldId="273"/>
            <ac:spMk id="15" creationId="{12D2CBB8-CDAF-684F-A9F2-5DC092116F68}"/>
          </ac:spMkLst>
        </pc:spChg>
        <pc:spChg chg="del">
          <ac:chgData name="Ferrer-Bonsoms Hernandez, Juan Angel" userId="3ee72a98-c108-4a22-84cf-0fb1bff741c5" providerId="ADAL" clId="{D2565D78-CD43-BF4E-9979-7DAFE9AC528F}" dt="2023-01-29T17:45:32.364" v="1695" actId="478"/>
          <ac:spMkLst>
            <pc:docMk/>
            <pc:sldMk cId="3327394686" sldId="273"/>
            <ac:spMk id="16" creationId="{A37FF198-FB67-D240-8985-412C3774203D}"/>
          </ac:spMkLst>
        </pc:spChg>
        <pc:spChg chg="del">
          <ac:chgData name="Ferrer-Bonsoms Hernandez, Juan Angel" userId="3ee72a98-c108-4a22-84cf-0fb1bff741c5" providerId="ADAL" clId="{D2565D78-CD43-BF4E-9979-7DAFE9AC528F}" dt="2023-01-29T17:45:40.061" v="1699" actId="478"/>
          <ac:spMkLst>
            <pc:docMk/>
            <pc:sldMk cId="3327394686" sldId="273"/>
            <ac:spMk id="18" creationId="{42581CC2-D6CC-8C4A-99B4-3AC41B92D58A}"/>
          </ac:spMkLst>
        </pc:spChg>
        <pc:spChg chg="del">
          <ac:chgData name="Ferrer-Bonsoms Hernandez, Juan Angel" userId="3ee72a98-c108-4a22-84cf-0fb1bff741c5" providerId="ADAL" clId="{D2565D78-CD43-BF4E-9979-7DAFE9AC528F}" dt="2023-01-29T17:45:44.947" v="1701" actId="478"/>
          <ac:spMkLst>
            <pc:docMk/>
            <pc:sldMk cId="3327394686" sldId="273"/>
            <ac:spMk id="19" creationId="{56D053EE-8D2B-AD48-9EA0-6FB03B116553}"/>
          </ac:spMkLst>
        </pc:spChg>
        <pc:picChg chg="del">
          <ac:chgData name="Ferrer-Bonsoms Hernandez, Juan Angel" userId="3ee72a98-c108-4a22-84cf-0fb1bff741c5" providerId="ADAL" clId="{D2565D78-CD43-BF4E-9979-7DAFE9AC528F}" dt="2023-01-29T17:45:46.608" v="1702" actId="478"/>
          <ac:picMkLst>
            <pc:docMk/>
            <pc:sldMk cId="3327394686" sldId="273"/>
            <ac:picMk id="3" creationId="{19C374DB-FA66-384A-B2E7-57DC3F39F16F}"/>
          </ac:picMkLst>
        </pc:picChg>
        <pc:picChg chg="del">
          <ac:chgData name="Ferrer-Bonsoms Hernandez, Juan Angel" userId="3ee72a98-c108-4a22-84cf-0fb1bff741c5" providerId="ADAL" clId="{D2565D78-CD43-BF4E-9979-7DAFE9AC528F}" dt="2023-01-29T17:45:31.002" v="1694" actId="478"/>
          <ac:picMkLst>
            <pc:docMk/>
            <pc:sldMk cId="3327394686" sldId="273"/>
            <ac:picMk id="10" creationId="{9B1E7709-A270-4845-A75F-566EAD2719E1}"/>
          </ac:picMkLst>
        </pc:picChg>
        <pc:picChg chg="del">
          <ac:chgData name="Ferrer-Bonsoms Hernandez, Juan Angel" userId="3ee72a98-c108-4a22-84cf-0fb1bff741c5" providerId="ADAL" clId="{D2565D78-CD43-BF4E-9979-7DAFE9AC528F}" dt="2023-01-29T17:45:33.353" v="1696" actId="478"/>
          <ac:picMkLst>
            <pc:docMk/>
            <pc:sldMk cId="3327394686" sldId="273"/>
            <ac:picMk id="12" creationId="{DDEFCBA0-505A-824A-9B6B-66014EEB4F37}"/>
          </ac:picMkLst>
        </pc:picChg>
        <pc:picChg chg="del">
          <ac:chgData name="Ferrer-Bonsoms Hernandez, Juan Angel" userId="3ee72a98-c108-4a22-84cf-0fb1bff741c5" providerId="ADAL" clId="{D2565D78-CD43-BF4E-9979-7DAFE9AC528F}" dt="2023-01-29T17:45:37.554" v="1698" actId="478"/>
          <ac:picMkLst>
            <pc:docMk/>
            <pc:sldMk cId="3327394686" sldId="273"/>
            <ac:picMk id="17" creationId="{9D67B074-40D1-9D49-B63A-C5DFDD8F7489}"/>
          </ac:picMkLst>
        </pc:picChg>
      </pc:sldChg>
      <pc:sldChg chg="del">
        <pc:chgData name="Ferrer-Bonsoms Hernandez, Juan Angel" userId="3ee72a98-c108-4a22-84cf-0fb1bff741c5" providerId="ADAL" clId="{D2565D78-CD43-BF4E-9979-7DAFE9AC528F}" dt="2023-01-29T15:53:32.751" v="34" actId="2696"/>
        <pc:sldMkLst>
          <pc:docMk/>
          <pc:sldMk cId="639155545" sldId="413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7D3250-4E41-3D44-970F-1BD0BF93DEA2}" type="datetimeFigureOut">
              <a:rPr lang="en-US" smtClean="0"/>
              <a:t>9/27/25</a:t>
            </a:fld>
            <a:endParaRPr lang="en-U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030966-C1A4-4D4F-A3B3-499BA68D38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34013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030966-C1A4-4D4F-A3B3-499BA68D38C3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09857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8DAAC6-F469-51DB-3439-F40DD92F75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721C0B0B-DC0A-86D1-C129-567D92F832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79429B1-09C7-8CDF-C0CE-A27750FB35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08F8CCF-EC68-7065-62E5-A8B55556A1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030966-C1A4-4D4F-A3B3-499BA68D38C3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58127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F44348-5C77-0FE7-8F14-D543054FD0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2E733493-91A6-5F28-BFE1-73437A306C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F706D74B-B27E-B50A-9BF3-4D864BB580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CAAEAB1-8136-E62A-3FBB-7D9F316E56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030966-C1A4-4D4F-A3B3-499BA68D38C3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06725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3426EC-4BFD-926F-B041-70FA310954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74B944D1-B4F9-0984-86B6-8E8CC11053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F4E83266-AFF9-5DEC-C0CE-861971C900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EFD10FD-6297-E094-B263-2D76DFA15B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030966-C1A4-4D4F-A3B3-499BA68D38C3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61848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246C86-35D7-1E75-F00F-0732A910E5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42DB1415-4183-CAF6-7099-47BE3F0D78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841DD526-6238-1703-4D7B-CC77E810C3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BC3FAC8-45A2-412A-9C6C-FCBF12BF98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030966-C1A4-4D4F-A3B3-499BA68D38C3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93500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2CF7F1-6665-78E3-1F5B-20B6A1A890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F2522DB3-7945-93BD-B991-2224C9BF27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140BDDD6-919D-CCFD-6590-2442D28BE2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147060E-FCED-B4D3-CB73-4990F30C42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030966-C1A4-4D4F-A3B3-499BA68D38C3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75158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28B0B0-FA68-953F-95D2-482891A5AE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4D83F0FC-0C6D-4927-9C9C-C03ACA3061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514CEE6A-1684-4723-193D-7141D27DE9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AA15755-F384-49A2-64E4-D259FB59BB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030966-C1A4-4D4F-A3B3-499BA68D38C3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25256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AD07D9-7522-5833-6103-343B6873C8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F72AE484-D0E3-0D7C-DA70-606FEE87A3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F9886BA6-FE89-2CB5-14AD-9151B236AE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5DB0332-E081-CA65-167D-76E7000ECA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030966-C1A4-4D4F-A3B3-499BA68D38C3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867274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C690DF-272D-D210-8483-63E83FB18B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E0C3025F-9E6B-4414-8095-74BC8B0AF5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B214B010-68B5-CFE2-F2FD-92C3EF8A5E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058D7A1-E529-6C98-EF3D-1168E12551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030966-C1A4-4D4F-A3B3-499BA68D38C3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707170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20C087-0F71-EAFD-FA80-4807B05577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EEC34E35-07A9-65B6-DFBF-9790588912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3EB6CC16-0A40-D256-488A-E256A0F533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376BA46-1DE2-E6BB-E79F-29A838F44D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030966-C1A4-4D4F-A3B3-499BA68D38C3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489621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45EDB5-D28D-D3CF-A67B-DA8DAD9186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474F257E-2381-DA5E-C695-9CE2DC922A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F15700D6-F3D4-D08D-7F3B-A5B545BB1E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55336E5-EDA0-46D6-F167-E98D218F78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030966-C1A4-4D4F-A3B3-499BA68D38C3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227252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8F96FA-80FC-A6FD-F474-CD7F82E616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D1C7EE71-28EE-03D1-F4DE-2BCCBA5D3F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241DBB71-BFA0-9A37-AF27-7C0025CB7B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FAB1076-6CDE-BCCA-3B62-8BA9214372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030966-C1A4-4D4F-A3B3-499BA68D38C3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765492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1A406C-CFD0-35D1-82B3-667EEB99B5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9671CD49-4B97-E745-E223-A675935828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F0CCC81-E92B-7B43-3E5C-A740939FE3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172B44A-8ACF-62E2-B710-5052E04CDB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030966-C1A4-4D4F-A3B3-499BA68D38C3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704640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01407F-9F83-B020-2FC1-B6E2F49DDA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C3E425E-8FAF-EC3F-D9CE-C252D69942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E0FF0D8B-B926-57A9-5B74-7FA7D61378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90AB03C-65FB-F7C6-8BDB-6D12050402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030966-C1A4-4D4F-A3B3-499BA68D38C3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155745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EA91D3-8516-E40E-123B-9406D44CD6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B60CF138-D68D-2952-E37B-ED281628FB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03514C7-7FC2-33DC-6048-0BD8E0BDA6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B74498F-C0A8-2835-7D15-B526EA5A55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030966-C1A4-4D4F-A3B3-499BA68D38C3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455648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776F30-898B-941A-55B1-2D0A9E6669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4A66D07D-5C18-7A51-0FFE-018367393F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3E3EFB51-8A83-71AB-853C-885D76C9A3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E85A5E3-02D4-6A2B-FE55-101953C472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030966-C1A4-4D4F-A3B3-499BA68D38C3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46169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64356CA8-5849-6945-AE91-768E17B9509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55858" y="5791905"/>
            <a:ext cx="650789" cy="818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50950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6E4029-5048-B848-AC86-69242FBC9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94B1F00-9208-DB47-AE1B-4B1D3DE774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E920CB3-FBBB-F14A-8D7F-235C1F007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DC1D6-F22C-8143-A563-2B60F8EB7AA5}" type="datetimeFigureOut">
              <a:rPr lang="en-US" smtClean="0"/>
              <a:t>9/27/25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96EBA5C-E9C4-1440-9251-34504B4899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B54FDE7-C185-2B4E-B5AA-47904F747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58D6-C30D-DF41-92FE-AC77BE2729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794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C7B7AA-6F56-3A4C-A793-126E950C61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488AD10-8D08-984F-B146-F5B05684B7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53EF726-84BA-E142-B96C-8C914523A5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DC1D6-F22C-8143-A563-2B60F8EB7AA5}" type="datetimeFigureOut">
              <a:rPr lang="en-US" smtClean="0"/>
              <a:t>9/27/25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E622F02-8293-B94D-9416-991646436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63D1492-B09B-3F4E-9333-D2198E9F98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58D6-C30D-DF41-92FE-AC77BE2729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2548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432D72-3824-D342-8BF9-1148D3E528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790CFC-CCBF-344F-8984-DCEC46E33C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31166B0-2EBE-434C-BBBD-B6F4A9AA34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F2D02E0-CD44-DC4A-9C43-CEFEC8F824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DC1D6-F22C-8143-A563-2B60F8EB7AA5}" type="datetimeFigureOut">
              <a:rPr lang="en-US" smtClean="0"/>
              <a:t>9/27/25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18002FD-A595-C24F-8B45-771021A788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D58EEC1-57DC-C548-937A-9698DBB72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58D6-C30D-DF41-92FE-AC77BE2729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33822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D1CDE5-5E75-3C41-BA37-E77702FE6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CEBA069-B235-EE43-AA24-349B3300D9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EA09F23-1D16-1E49-984F-A1907E1769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255A10A-CFC2-1246-A5BF-1D0CEAC659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FDACA85-8693-7244-9524-F0D2D99B1BB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8D385EF8-7480-8047-8099-5E275B1FB0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DC1D6-F22C-8143-A563-2B60F8EB7AA5}" type="datetimeFigureOut">
              <a:rPr lang="en-US" smtClean="0"/>
              <a:t>9/27/25</a:t>
            </a:fld>
            <a:endParaRPr lang="en-U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B7E9CB3F-FC04-A04F-A6F6-5FACC497BC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CEF7E937-9345-014A-853E-B1815CC96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58D6-C30D-DF41-92FE-AC77BE2729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1609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ACB6DD-F62C-F14A-83D8-80CA51097F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7938E83F-3440-DA48-B905-91F168C430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DC1D6-F22C-8143-A563-2B60F8EB7AA5}" type="datetimeFigureOut">
              <a:rPr lang="en-US" smtClean="0"/>
              <a:t>9/27/25</a:t>
            </a:fld>
            <a:endParaRPr lang="en-U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6BFFD280-E316-6B4F-BB12-7059BE3DB3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AD2094D6-3A00-7042-80E0-9DF0991B69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58D6-C30D-DF41-92FE-AC77BE2729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5284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314C00F9-C3F4-844B-B4DD-A24696E7F5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DC1D6-F22C-8143-A563-2B60F8EB7AA5}" type="datetimeFigureOut">
              <a:rPr lang="en-US" smtClean="0"/>
              <a:t>9/27/25</a:t>
            </a:fld>
            <a:endParaRPr lang="en-U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FA6C4D1-B8A2-4F4F-B95A-A6899904B7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B266FE1-D3DD-5941-8981-1957F58767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58D6-C30D-DF41-92FE-AC77BE2729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0249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DDDF60-9A58-C34D-A08F-971EB52F8F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8D36D45-4D38-944F-94B6-B92E15C398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D85D89A-4A45-B94A-A881-A907FC249D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7417CDF-9592-764E-855E-890BD164E2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DC1D6-F22C-8143-A563-2B60F8EB7AA5}" type="datetimeFigureOut">
              <a:rPr lang="en-US" smtClean="0"/>
              <a:t>9/27/25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E65F772-6123-7A4C-98AD-6546C67F66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0A16D2A-7B17-8748-BFF2-EFF2B8DA73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58D6-C30D-DF41-92FE-AC77BE2729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5019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1E41F3-EF44-624D-BB11-EBFEFB2F94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76074608-0C47-924A-A084-8297911A2D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92483EE-A085-3548-98B4-2649048279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0EF1DD6-1232-964D-9E28-880BEDA232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DC1D6-F22C-8143-A563-2B60F8EB7AA5}" type="datetimeFigureOut">
              <a:rPr lang="en-US" smtClean="0"/>
              <a:t>9/27/25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1511814-D75F-9945-9D0E-A6E8BC31F7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4C8784A-720D-CD4C-BBBE-ECD9B2B04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58D6-C30D-DF41-92FE-AC77BE2729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39915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34E43A-AEC8-B441-84AD-969513816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B379286-0F27-3648-8CE6-5721939726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A5C612C-E25E-8B44-A4EE-E46BD0C3C3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DC1D6-F22C-8143-A563-2B60F8EB7AA5}" type="datetimeFigureOut">
              <a:rPr lang="en-US" smtClean="0"/>
              <a:t>9/27/25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BFD9368-5D30-8443-9ADA-F6C7DB9D7F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40E1137-4BD6-0648-877B-F4FA0971E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58D6-C30D-DF41-92FE-AC77BE2729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29452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4498780-7043-CD4C-BA50-47AB082DE16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1D044A0-662C-494F-8F3E-D9121AC51B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EBED553-6E55-7140-911C-6E8A3C749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DC1D6-F22C-8143-A563-2B60F8EB7AA5}" type="datetimeFigureOut">
              <a:rPr lang="en-US" smtClean="0"/>
              <a:t>9/27/25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7D7CB84-2D8B-BF46-ABBF-92191C63E6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8DE8C5C-8D84-464C-94F4-A2E56AF5F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58D6-C30D-DF41-92FE-AC77BE2729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4622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A61920-87AC-4B4B-B40A-E77C5A2471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A1E4136-6943-DC4F-8FA4-4F95B3C67D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4F385C5-8970-4A4F-8173-EB3682D64C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FD417-1396-8D4C-96F4-CFC035639F65}" type="datetimeFigureOut">
              <a:rPr lang="en-US" smtClean="0"/>
              <a:t>9/27/25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62ED8D5-A33E-DE44-9690-4FCE6B641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F4E9746-4750-6144-8FF4-D7FAD9B96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8CDBE-A386-F347-A11E-52195C47D6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98527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391F9694-41B7-1041-8286-C0E86B81AD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0AD002D-9050-0843-A5E0-988168DA68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F782FE4-2CC2-8F4B-AB4D-66FF87F312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EDC1D6-F22C-8143-A563-2B60F8EB7AA5}" type="datetimeFigureOut">
              <a:rPr lang="en-US" smtClean="0"/>
              <a:t>9/27/25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8CB351E-928F-6B48-8EE0-67049C4589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89E4EF4-7B91-AE4C-89F5-EA7E537FA1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3958D6-C30D-DF41-92FE-AC77BE2729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3621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4.png"/><Relationship Id="rId2" Type="http://schemas.openxmlformats.org/officeDocument/2006/relationships/video" Target="file:///E:/CNB%20on%20Bigband/Trabajo/seminarios/Enero%202003%20NMF/FT3Gaus3aPCaxes%5b1%5d.avi" TargetMode="External"/><Relationship Id="rId1" Type="http://schemas.openxmlformats.org/officeDocument/2006/relationships/video" Target="file:///E:/CNB%20on%20Bigband/Trabajo/seminarios/Enero%202003%20NMF/FT3Gaus3aRaw%5b1%5d.avi" TargetMode="External"/><Relationship Id="rId6" Type="http://schemas.openxmlformats.org/officeDocument/2006/relationships/image" Target="../media/image3.png"/><Relationship Id="rId5" Type="http://schemas.openxmlformats.org/officeDocument/2006/relationships/image" Target="../media/image1.tiff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1.tiff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1.tiff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13.png"/><Relationship Id="rId9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.tiff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10" Type="http://schemas.openxmlformats.org/officeDocument/2006/relationships/image" Target="../media/image15.png"/><Relationship Id="rId4" Type="http://schemas.openxmlformats.org/officeDocument/2006/relationships/image" Target="../media/image8.png"/><Relationship Id="rId9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jpeg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A4CA938B-B7D3-C447-B6C4-6303AF8D57E2}"/>
              </a:ext>
            </a:extLst>
          </p:cNvPr>
          <p:cNvSpPr txBox="1"/>
          <p:nvPr/>
        </p:nvSpPr>
        <p:spPr>
          <a:xfrm>
            <a:off x="1205645" y="848227"/>
            <a:ext cx="100125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/>
              <a:t>Data Science</a:t>
            </a:r>
            <a:endParaRPr lang="es-ES" sz="3600" b="1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70D44790-2373-8948-BF4E-06011118275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661188" y="5693057"/>
            <a:ext cx="4374431" cy="900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71446DC-BD9F-404E-8E03-417BDE97A349}"/>
              </a:ext>
            </a:extLst>
          </p:cNvPr>
          <p:cNvSpPr txBox="1">
            <a:spLocks noChangeArrowheads="1"/>
          </p:cNvSpPr>
          <p:nvPr/>
        </p:nvSpPr>
        <p:spPr>
          <a:xfrm>
            <a:off x="5252929" y="3894364"/>
            <a:ext cx="6518501" cy="21908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50800" tIns="50800" rIns="50800" bIns="50800" anchor="ctr">
            <a:normAutofit/>
          </a:bodyPr>
          <a:lstStyle>
            <a:lvl1pPr marL="317500" marR="0" indent="-317500" algn="l" defTabSz="412750" rtl="0" latinLnBrk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2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1pPr>
            <a:lvl2pPr marL="635000" marR="0" indent="-317500" algn="l" defTabSz="412750" rtl="0" latinLnBrk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2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2pPr>
            <a:lvl3pPr marL="952500" marR="0" indent="-317500" algn="l" defTabSz="412750" rtl="0" latinLnBrk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2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3pPr>
            <a:lvl4pPr marL="1270000" marR="0" indent="-317500" algn="l" defTabSz="412750" rtl="0" latinLnBrk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2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4pPr>
            <a:lvl5pPr marL="1587500" marR="0" indent="-317500" algn="l" defTabSz="412750" rtl="0" latinLnBrk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2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5pPr>
            <a:lvl6pPr marL="1905000" marR="0" indent="-317500" algn="l" defTabSz="412750" rtl="0" latinLnBrk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2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6pPr>
            <a:lvl7pPr marL="2222500" marR="0" indent="-317500" algn="l" defTabSz="412750" rtl="0" latinLnBrk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2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7pPr>
            <a:lvl8pPr marL="2540000" marR="0" indent="-317500" algn="l" defTabSz="412750" rtl="0" latinLnBrk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2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8pPr>
            <a:lvl9pPr marL="2857500" marR="0" indent="-317500" algn="l" defTabSz="412750" rtl="0" latinLnBrk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2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9pPr>
          </a:lstStyle>
          <a:p>
            <a:pPr marL="0" indent="0" algn="r" hangingPunct="1">
              <a:buFontTx/>
              <a:buNone/>
            </a:pPr>
            <a:r>
              <a:rPr lang="es-ES" sz="1400" dirty="0">
                <a:solidFill>
                  <a:srgbClr val="262626"/>
                </a:solidFill>
                <a:latin typeface="Helvetica Neue Medium"/>
                <a:sym typeface="Helvetica Neue Medium"/>
              </a:rPr>
              <a:t>Dr. Juan A. Ferrer-Bonsoms		jafhernandez@unav.es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5915FB93-FBAB-B2D4-4FE1-97A622607566}"/>
              </a:ext>
            </a:extLst>
          </p:cNvPr>
          <p:cNvSpPr txBox="1"/>
          <p:nvPr/>
        </p:nvSpPr>
        <p:spPr>
          <a:xfrm>
            <a:off x="1205644" y="2676474"/>
            <a:ext cx="100125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Dimension Reduction - PCA</a:t>
            </a:r>
            <a:endParaRPr lang="es-ES" sz="2800" dirty="0"/>
          </a:p>
        </p:txBody>
      </p:sp>
    </p:spTree>
    <p:extLst>
      <p:ext uri="{BB962C8B-B14F-4D97-AF65-F5344CB8AC3E}">
        <p14:creationId xmlns:p14="http://schemas.microsoft.com/office/powerpoint/2010/main" val="37047394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EDE987-95C5-37B5-28E8-D8061F416A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CE60A26-5870-E9D9-1210-D10215B6D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-7749"/>
            <a:ext cx="12192000" cy="369332"/>
          </a:xfrm>
          <a:noFill/>
          <a:ln>
            <a:noFill/>
          </a:ln>
        </p:spPr>
        <p:txBody>
          <a:bodyPr/>
          <a:lstStyle/>
          <a:p>
            <a:fld id="{D668CDBE-A386-F347-A11E-52195C47D667}" type="slidenum">
              <a:rPr lang="en-US" sz="1800" b="1" smtClean="0">
                <a:solidFill>
                  <a:sysClr val="windowText" lastClr="000000"/>
                </a:solidFill>
              </a:rPr>
              <a:t>2</a:t>
            </a:fld>
            <a:endParaRPr lang="en-US" sz="1800" b="1" dirty="0">
              <a:solidFill>
                <a:sysClr val="windowText" lastClr="000000"/>
              </a:solidFill>
            </a:endParaRPr>
          </a:p>
        </p:txBody>
      </p:sp>
      <p:cxnSp>
        <p:nvCxnSpPr>
          <p:cNvPr id="13" name="Straight Connector 8">
            <a:extLst>
              <a:ext uri="{FF2B5EF4-FFF2-40B4-BE49-F238E27FC236}">
                <a16:creationId xmlns:a16="http://schemas.microsoft.com/office/drawing/2014/main" id="{506F1E39-9BAE-597B-596E-1AF479C69C48}"/>
              </a:ext>
            </a:extLst>
          </p:cNvPr>
          <p:cNvCxnSpPr/>
          <p:nvPr/>
        </p:nvCxnSpPr>
        <p:spPr>
          <a:xfrm>
            <a:off x="0" y="665335"/>
            <a:ext cx="3765665" cy="0"/>
          </a:xfrm>
          <a:prstGeom prst="line">
            <a:avLst/>
          </a:prstGeom>
          <a:ln w="28575">
            <a:solidFill>
              <a:srgbClr val="015559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5">
            <a:extLst>
              <a:ext uri="{FF2B5EF4-FFF2-40B4-BE49-F238E27FC236}">
                <a16:creationId xmlns:a16="http://schemas.microsoft.com/office/drawing/2014/main" id="{D421487F-F493-C5EB-17CA-C5308CA2ACB4}"/>
              </a:ext>
            </a:extLst>
          </p:cNvPr>
          <p:cNvSpPr txBox="1"/>
          <p:nvPr/>
        </p:nvSpPr>
        <p:spPr>
          <a:xfrm>
            <a:off x="307570" y="-5278"/>
            <a:ext cx="730127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Rotis SansSerif Std" panose="020B0502030000020204" pitchFamily="34" charset="0"/>
              </a:rPr>
              <a:t>Dimension Reduction</a:t>
            </a:r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30C5F7E5-DB07-53ED-A3DD-A7E719900D8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55858" y="5791905"/>
            <a:ext cx="650789" cy="81896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0772092-0904-8419-F4E0-D64C8293078F}"/>
              </a:ext>
            </a:extLst>
          </p:cNvPr>
          <p:cNvSpPr/>
          <p:nvPr/>
        </p:nvSpPr>
        <p:spPr>
          <a:xfrm>
            <a:off x="381000" y="1084183"/>
            <a:ext cx="8382000" cy="30008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algn="just">
              <a:spcAft>
                <a:spcPts val="1200"/>
              </a:spcAft>
            </a:pPr>
            <a:r>
              <a:rPr lang="en-US" b="1" dirty="0"/>
              <a:t>Strategies for dimensionality reduction </a:t>
            </a:r>
            <a:r>
              <a:rPr lang="en-US" dirty="0"/>
              <a:t>:</a:t>
            </a:r>
          </a:p>
          <a:p>
            <a:pPr marL="742950" lvl="1" indent="-285750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/>
              <a:t>Feature extraction (visualization).</a:t>
            </a:r>
          </a:p>
          <a:p>
            <a:pPr marL="1200150" lvl="2" indent="-285750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Creates new variables as combination of others to reduce the problem.</a:t>
            </a:r>
          </a:p>
          <a:p>
            <a:pPr marL="1200150" lvl="2" indent="-285750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/>
              <a:t>Linear methods</a:t>
            </a:r>
            <a:r>
              <a:rPr lang="en-US" dirty="0"/>
              <a:t>: data lies on a lower dimensional linear subspace. SVD, PCA, Factor Analysis.</a:t>
            </a:r>
          </a:p>
          <a:p>
            <a:pPr marL="1200150" lvl="2" indent="-285750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/>
              <a:t>Non-linear methods</a:t>
            </a:r>
            <a:r>
              <a:rPr lang="en-US" dirty="0"/>
              <a:t>: different ways to accomplish dimensionality reduction. </a:t>
            </a:r>
            <a:r>
              <a:rPr lang="en-US" dirty="0" err="1"/>
              <a:t>Isomap</a:t>
            </a:r>
            <a:r>
              <a:rPr lang="en-US" dirty="0"/>
              <a:t>, Kernel PCA, Self Organizing Maps (SOMs), ICA (Independent Component Analysis), Encoders, t-SNE, UMAP</a:t>
            </a:r>
          </a:p>
        </p:txBody>
      </p:sp>
    </p:spTree>
    <p:extLst>
      <p:ext uri="{BB962C8B-B14F-4D97-AF65-F5344CB8AC3E}">
        <p14:creationId xmlns:p14="http://schemas.microsoft.com/office/powerpoint/2010/main" val="9894900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B3CF4E-3987-058B-B659-86367026D2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CDC1DA1-E1FD-C41D-E24C-454AC0236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-7749"/>
            <a:ext cx="12192000" cy="369332"/>
          </a:xfrm>
          <a:noFill/>
          <a:ln>
            <a:noFill/>
          </a:ln>
        </p:spPr>
        <p:txBody>
          <a:bodyPr/>
          <a:lstStyle/>
          <a:p>
            <a:fld id="{D668CDBE-A386-F347-A11E-52195C47D667}" type="slidenum">
              <a:rPr lang="en-US" sz="1800" b="1" smtClean="0">
                <a:solidFill>
                  <a:sysClr val="windowText" lastClr="000000"/>
                </a:solidFill>
              </a:rPr>
              <a:t>3</a:t>
            </a:fld>
            <a:endParaRPr lang="en-US" sz="1800" b="1" dirty="0">
              <a:solidFill>
                <a:sysClr val="windowText" lastClr="000000"/>
              </a:solidFill>
            </a:endParaRPr>
          </a:p>
        </p:txBody>
      </p:sp>
      <p:cxnSp>
        <p:nvCxnSpPr>
          <p:cNvPr id="13" name="Straight Connector 8">
            <a:extLst>
              <a:ext uri="{FF2B5EF4-FFF2-40B4-BE49-F238E27FC236}">
                <a16:creationId xmlns:a16="http://schemas.microsoft.com/office/drawing/2014/main" id="{E900D5EF-EF66-7BB3-0A67-5B2644474703}"/>
              </a:ext>
            </a:extLst>
          </p:cNvPr>
          <p:cNvCxnSpPr/>
          <p:nvPr/>
        </p:nvCxnSpPr>
        <p:spPr>
          <a:xfrm>
            <a:off x="0" y="665335"/>
            <a:ext cx="3765665" cy="0"/>
          </a:xfrm>
          <a:prstGeom prst="line">
            <a:avLst/>
          </a:prstGeom>
          <a:ln w="28575">
            <a:solidFill>
              <a:srgbClr val="015559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5">
            <a:extLst>
              <a:ext uri="{FF2B5EF4-FFF2-40B4-BE49-F238E27FC236}">
                <a16:creationId xmlns:a16="http://schemas.microsoft.com/office/drawing/2014/main" id="{FE868A0A-CAE1-4E5E-1B02-861C7D8E6769}"/>
              </a:ext>
            </a:extLst>
          </p:cNvPr>
          <p:cNvSpPr txBox="1"/>
          <p:nvPr/>
        </p:nvSpPr>
        <p:spPr>
          <a:xfrm>
            <a:off x="307570" y="-5278"/>
            <a:ext cx="730127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Rotis SansSerif Std" panose="020B0502030000020204" pitchFamily="34" charset="0"/>
              </a:rPr>
              <a:t>Dimension Reduction</a:t>
            </a:r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EF54C2CA-3DF9-7736-7A8F-B65B318CBF25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55858" y="5791905"/>
            <a:ext cx="650789" cy="818960"/>
          </a:xfrm>
          <a:prstGeom prst="rect">
            <a:avLst/>
          </a:prstGeom>
        </p:spPr>
      </p:pic>
      <p:sp>
        <p:nvSpPr>
          <p:cNvPr id="3" name="Text Box 3">
            <a:extLst>
              <a:ext uri="{FF2B5EF4-FFF2-40B4-BE49-F238E27FC236}">
                <a16:creationId xmlns:a16="http://schemas.microsoft.com/office/drawing/2014/main" id="{075DADE7-55B4-564C-22D2-A1417E0A3C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4350" y="883249"/>
            <a:ext cx="78486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5600" indent="-355600" algn="just">
              <a:spcBef>
                <a:spcPct val="50000"/>
              </a:spcBef>
              <a:buFontTx/>
              <a:buChar char="•"/>
            </a:pPr>
            <a:r>
              <a:rPr lang="es-ES" dirty="0"/>
              <a:t>PCA </a:t>
            </a:r>
            <a:r>
              <a:rPr lang="es-ES" dirty="0" err="1"/>
              <a:t>is</a:t>
            </a:r>
            <a:r>
              <a:rPr lang="es-ES" dirty="0"/>
              <a:t> a </a:t>
            </a:r>
            <a:r>
              <a:rPr lang="es-ES" dirty="0" err="1"/>
              <a:t>reduction</a:t>
            </a:r>
            <a:r>
              <a:rPr lang="es-ES" dirty="0"/>
              <a:t> </a:t>
            </a:r>
            <a:r>
              <a:rPr lang="es-ES" dirty="0" err="1"/>
              <a:t>dimension</a:t>
            </a:r>
            <a:r>
              <a:rPr lang="es-ES" dirty="0"/>
              <a:t> </a:t>
            </a:r>
            <a:r>
              <a:rPr lang="es-ES" dirty="0" err="1"/>
              <a:t>approach</a:t>
            </a:r>
            <a:r>
              <a:rPr lang="es-ES" dirty="0"/>
              <a:t> </a:t>
            </a:r>
            <a:r>
              <a:rPr lang="es-ES" dirty="0" err="1"/>
              <a:t>that</a:t>
            </a:r>
            <a:r>
              <a:rPr lang="es-ES" dirty="0"/>
              <a:t> defines linear </a:t>
            </a:r>
            <a:r>
              <a:rPr lang="es-ES" dirty="0" err="1"/>
              <a:t>combinations</a:t>
            </a:r>
            <a:r>
              <a:rPr lang="es-ES" dirty="0"/>
              <a:t> of original data, </a:t>
            </a:r>
            <a:r>
              <a:rPr lang="es-ES" b="1" dirty="0"/>
              <a:t>principal </a:t>
            </a:r>
            <a:r>
              <a:rPr lang="es-ES" b="1" dirty="0" err="1"/>
              <a:t>components</a:t>
            </a:r>
            <a:r>
              <a:rPr lang="es-ES" dirty="0"/>
              <a:t>, more </a:t>
            </a:r>
            <a:r>
              <a:rPr lang="es-ES" dirty="0" err="1"/>
              <a:t>effectively</a:t>
            </a:r>
            <a:r>
              <a:rPr lang="es-ES" dirty="0"/>
              <a:t> </a:t>
            </a:r>
            <a:r>
              <a:rPr lang="es-ES" dirty="0" err="1"/>
              <a:t>representing</a:t>
            </a:r>
            <a:r>
              <a:rPr lang="es-ES" dirty="0"/>
              <a:t> </a:t>
            </a:r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underlying</a:t>
            </a:r>
            <a:r>
              <a:rPr lang="es-ES" dirty="0"/>
              <a:t> </a:t>
            </a:r>
            <a:r>
              <a:rPr lang="es-ES" dirty="0" err="1"/>
              <a:t>variability</a:t>
            </a:r>
            <a:r>
              <a:rPr lang="es-ES" dirty="0"/>
              <a:t> .</a:t>
            </a:r>
          </a:p>
          <a:p>
            <a:pPr indent="-342900" algn="just">
              <a:spcBef>
                <a:spcPct val="50000"/>
              </a:spcBef>
              <a:buFontTx/>
              <a:buChar char="•"/>
            </a:pPr>
            <a:r>
              <a:rPr lang="es-ES" dirty="0"/>
              <a:t> </a:t>
            </a:r>
            <a:r>
              <a:rPr lang="es-ES" dirty="0" err="1"/>
              <a:t>Two</a:t>
            </a:r>
            <a:r>
              <a:rPr lang="es-ES" dirty="0"/>
              <a:t> </a:t>
            </a:r>
            <a:r>
              <a:rPr lang="es-ES" dirty="0" err="1"/>
              <a:t>steps</a:t>
            </a:r>
            <a:r>
              <a:rPr lang="es-ES" dirty="0"/>
              <a:t>:</a:t>
            </a:r>
          </a:p>
          <a:p>
            <a:pPr marL="857250" lvl="2" indent="-285750" algn="just"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es-ES" b="1" dirty="0" err="1"/>
              <a:t>Traslation</a:t>
            </a:r>
            <a:r>
              <a:rPr lang="es-ES" dirty="0"/>
              <a:t>: </a:t>
            </a:r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cloud</a:t>
            </a:r>
            <a:r>
              <a:rPr lang="es-ES" dirty="0"/>
              <a:t> of </a:t>
            </a:r>
            <a:r>
              <a:rPr lang="es-ES" dirty="0" err="1"/>
              <a:t>points</a:t>
            </a:r>
            <a:r>
              <a:rPr lang="es-ES" dirty="0"/>
              <a:t> </a:t>
            </a:r>
            <a:r>
              <a:rPr lang="es-ES" dirty="0" err="1"/>
              <a:t>is</a:t>
            </a:r>
            <a:r>
              <a:rPr lang="es-ES" dirty="0"/>
              <a:t> moved </a:t>
            </a:r>
            <a:r>
              <a:rPr lang="es-ES" dirty="0" err="1"/>
              <a:t>to</a:t>
            </a:r>
            <a:r>
              <a:rPr lang="es-ES" dirty="0"/>
              <a:t> </a:t>
            </a:r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origin</a:t>
            </a:r>
            <a:endParaRPr lang="es-ES" dirty="0"/>
          </a:p>
          <a:p>
            <a:pPr marL="857250" lvl="2" indent="-285750" algn="just"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es-ES" b="1" dirty="0" err="1"/>
              <a:t>Rotation</a:t>
            </a:r>
            <a:r>
              <a:rPr lang="es-ES" dirty="0"/>
              <a:t>: </a:t>
            </a:r>
            <a:r>
              <a:rPr lang="es-ES" dirty="0" err="1"/>
              <a:t>We</a:t>
            </a:r>
            <a:r>
              <a:rPr lang="es-ES" dirty="0"/>
              <a:t> </a:t>
            </a:r>
            <a:r>
              <a:rPr lang="es-ES" dirty="0" err="1"/>
              <a:t>find</a:t>
            </a:r>
            <a:r>
              <a:rPr lang="es-ES" dirty="0"/>
              <a:t> new </a:t>
            </a:r>
            <a:r>
              <a:rPr lang="es-ES" dirty="0" err="1"/>
              <a:t>axes</a:t>
            </a:r>
            <a:r>
              <a:rPr lang="es-ES" dirty="0"/>
              <a:t> </a:t>
            </a:r>
            <a:r>
              <a:rPr lang="es-ES" dirty="0" err="1"/>
              <a:t>that</a:t>
            </a:r>
            <a:r>
              <a:rPr lang="es-ES" dirty="0"/>
              <a:t> </a:t>
            </a:r>
            <a:r>
              <a:rPr lang="es-ES" dirty="0" err="1"/>
              <a:t>better</a:t>
            </a:r>
            <a:r>
              <a:rPr lang="es-ES" dirty="0"/>
              <a:t> describes </a:t>
            </a:r>
            <a:r>
              <a:rPr lang="es-ES" dirty="0" err="1"/>
              <a:t>the</a:t>
            </a:r>
            <a:r>
              <a:rPr lang="es-ES" dirty="0"/>
              <a:t> data.</a:t>
            </a:r>
          </a:p>
          <a:p>
            <a:pPr marL="355600" lvl="2" indent="-355600" algn="just">
              <a:spcBef>
                <a:spcPct val="50000"/>
              </a:spcBef>
              <a:buFontTx/>
              <a:buChar char="•"/>
            </a:pPr>
            <a:r>
              <a:rPr lang="es-ES" dirty="0" err="1"/>
              <a:t>Closely</a:t>
            </a:r>
            <a:r>
              <a:rPr lang="es-ES" dirty="0"/>
              <a:t> </a:t>
            </a:r>
            <a:r>
              <a:rPr lang="es-ES" dirty="0" err="1"/>
              <a:t>related</a:t>
            </a:r>
            <a:r>
              <a:rPr lang="es-ES" dirty="0"/>
              <a:t> </a:t>
            </a:r>
            <a:r>
              <a:rPr lang="es-ES" dirty="0" err="1"/>
              <a:t>with</a:t>
            </a:r>
            <a:r>
              <a:rPr lang="es-ES" dirty="0"/>
              <a:t> </a:t>
            </a:r>
            <a:r>
              <a:rPr lang="es-ES" b="1" dirty="0" err="1"/>
              <a:t>Eigenvalue</a:t>
            </a:r>
            <a:r>
              <a:rPr lang="es-ES" b="1" dirty="0"/>
              <a:t> </a:t>
            </a:r>
            <a:r>
              <a:rPr lang="es-ES" b="1" dirty="0" err="1"/>
              <a:t>decompostion</a:t>
            </a:r>
            <a:r>
              <a:rPr lang="es-ES" b="1" dirty="0"/>
              <a:t> </a:t>
            </a:r>
            <a:r>
              <a:rPr lang="es-ES" dirty="0"/>
              <a:t>(EVD) and </a:t>
            </a:r>
            <a:r>
              <a:rPr lang="es-ES" b="1" dirty="0"/>
              <a:t>Singular </a:t>
            </a:r>
            <a:r>
              <a:rPr lang="es-ES" b="1" dirty="0" err="1"/>
              <a:t>Value</a:t>
            </a:r>
            <a:r>
              <a:rPr lang="es-ES" b="1" dirty="0"/>
              <a:t> </a:t>
            </a:r>
            <a:r>
              <a:rPr lang="es-ES" b="1" dirty="0" err="1"/>
              <a:t>Decomposition</a:t>
            </a:r>
            <a:r>
              <a:rPr lang="es-ES" b="1" dirty="0"/>
              <a:t> </a:t>
            </a:r>
            <a:r>
              <a:rPr lang="es-ES" dirty="0"/>
              <a:t>(SVD).</a:t>
            </a:r>
          </a:p>
        </p:txBody>
      </p:sp>
      <p:pic>
        <p:nvPicPr>
          <p:cNvPr id="4" name="FT3Gaus3aRaw[1].avi">
            <a:hlinkClick r:id="" action="ppaction://media"/>
            <a:extLst>
              <a:ext uri="{FF2B5EF4-FFF2-40B4-BE49-F238E27FC236}">
                <a16:creationId xmlns:a16="http://schemas.microsoft.com/office/drawing/2014/main" id="{02EF3C92-B00C-7E8C-9BF3-5D994AB5EECB}"/>
              </a:ext>
            </a:extLst>
          </p:cNvPr>
          <p:cNvPicPr>
            <a:picLocks noRot="1" noChangeAspect="1" noChangeArrowheads="1"/>
          </p:cNvPicPr>
          <p:nvPr>
            <a:videoFile r:link="rId1"/>
          </p:nvPr>
        </p:nvPicPr>
        <p:blipFill>
          <a:blip r:embed="rId6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40602" t="20849" r="17143" b="50984"/>
          <a:stretch>
            <a:fillRect/>
          </a:stretch>
        </p:blipFill>
        <p:spPr bwMode="auto">
          <a:xfrm>
            <a:off x="2657475" y="4448785"/>
            <a:ext cx="2590800" cy="129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FT3Gaus3aPCaxes[1].avi">
            <a:hlinkClick r:id="" action="ppaction://media"/>
            <a:extLst>
              <a:ext uri="{FF2B5EF4-FFF2-40B4-BE49-F238E27FC236}">
                <a16:creationId xmlns:a16="http://schemas.microsoft.com/office/drawing/2014/main" id="{8756A4C1-981A-00C7-6D9D-EA6309C59F9E}"/>
              </a:ext>
            </a:extLst>
          </p:cNvPr>
          <p:cNvPicPr>
            <a:picLocks noRot="1" noChangeAspect="1" noChangeArrowheads="1"/>
          </p:cNvPicPr>
          <p:nvPr>
            <a:videoFile r:link="rId2"/>
          </p:nvPr>
        </p:nvPicPr>
        <p:blipFill>
          <a:blip r:embed="rId7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17143" t="25714" r="17143" b="22858"/>
          <a:stretch>
            <a:fillRect/>
          </a:stretch>
        </p:blipFill>
        <p:spPr bwMode="auto">
          <a:xfrm>
            <a:off x="6247648" y="4372585"/>
            <a:ext cx="3115427" cy="182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7" name="12 Conector recto de flecha">
            <a:extLst>
              <a:ext uri="{FF2B5EF4-FFF2-40B4-BE49-F238E27FC236}">
                <a16:creationId xmlns:a16="http://schemas.microsoft.com/office/drawing/2014/main" id="{D57A0EE0-D73C-519F-5B13-D1ECD1B0E1AC}"/>
              </a:ext>
            </a:extLst>
          </p:cNvPr>
          <p:cNvCxnSpPr/>
          <p:nvPr/>
        </p:nvCxnSpPr>
        <p:spPr>
          <a:xfrm>
            <a:off x="4943475" y="5210785"/>
            <a:ext cx="1371600" cy="0"/>
          </a:xfrm>
          <a:prstGeom prst="straightConnector1">
            <a:avLst/>
          </a:prstGeom>
          <a:ln w="412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3247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"/>
                            </p:stCondLst>
                            <p:childTnLst>
                              <p:par>
                                <p:cTn id="8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9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0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4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seq concurrent="1" nextAc="seek">
              <p:cTn id="15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" fill="hold">
                      <p:stCondLst>
                        <p:cond delay="0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9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video>
              <p:cMediaNode>
                <p:cTn id="20" repeatCount="indefinite" fill="hold" display="0">
                  <p:stCondLst>
                    <p:cond delay="indefinite"/>
                  </p:stCondLst>
                  <p:endCondLst>
                    <p:cond evt="onPrev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video>
            <p:video>
              <p:cMediaNode>
                <p:cTn id="21" repeatCount="indefinite" fill="hold" display="0">
                  <p:stCondLst>
                    <p:cond delay="indefinite"/>
                  </p:stCondLst>
                  <p:endCondLst>
                    <p:cond evt="onPrev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9F23EB-8C81-0F41-8DEA-E5B9FFF93C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9D50799-1E85-FF5E-3F7A-78C3F7113E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-7749"/>
            <a:ext cx="12192000" cy="369332"/>
          </a:xfrm>
          <a:noFill/>
          <a:ln>
            <a:noFill/>
          </a:ln>
        </p:spPr>
        <p:txBody>
          <a:bodyPr/>
          <a:lstStyle/>
          <a:p>
            <a:fld id="{D668CDBE-A386-F347-A11E-52195C47D667}" type="slidenum">
              <a:rPr lang="en-US" sz="1800" b="1" smtClean="0">
                <a:solidFill>
                  <a:sysClr val="windowText" lastClr="000000"/>
                </a:solidFill>
              </a:rPr>
              <a:t>4</a:t>
            </a:fld>
            <a:endParaRPr lang="en-US" sz="1800" b="1" dirty="0">
              <a:solidFill>
                <a:sysClr val="windowText" lastClr="000000"/>
              </a:solidFill>
            </a:endParaRPr>
          </a:p>
        </p:txBody>
      </p:sp>
      <p:cxnSp>
        <p:nvCxnSpPr>
          <p:cNvPr id="13" name="Straight Connector 8">
            <a:extLst>
              <a:ext uri="{FF2B5EF4-FFF2-40B4-BE49-F238E27FC236}">
                <a16:creationId xmlns:a16="http://schemas.microsoft.com/office/drawing/2014/main" id="{73C671E0-CA3C-99B5-4A23-7DA831510B82}"/>
              </a:ext>
            </a:extLst>
          </p:cNvPr>
          <p:cNvCxnSpPr/>
          <p:nvPr/>
        </p:nvCxnSpPr>
        <p:spPr>
          <a:xfrm>
            <a:off x="0" y="665335"/>
            <a:ext cx="3765665" cy="0"/>
          </a:xfrm>
          <a:prstGeom prst="line">
            <a:avLst/>
          </a:prstGeom>
          <a:ln w="28575">
            <a:solidFill>
              <a:srgbClr val="015559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5">
            <a:extLst>
              <a:ext uri="{FF2B5EF4-FFF2-40B4-BE49-F238E27FC236}">
                <a16:creationId xmlns:a16="http://schemas.microsoft.com/office/drawing/2014/main" id="{49C614F9-249E-AB32-98AB-B2DE3C80A68F}"/>
              </a:ext>
            </a:extLst>
          </p:cNvPr>
          <p:cNvSpPr txBox="1"/>
          <p:nvPr/>
        </p:nvSpPr>
        <p:spPr>
          <a:xfrm>
            <a:off x="307570" y="-5278"/>
            <a:ext cx="730127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Rotis SansSerif Std" panose="020B0502030000020204" pitchFamily="34" charset="0"/>
              </a:rPr>
              <a:t>Dimension Reduction</a:t>
            </a:r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46C19BD2-67AC-D082-D2C0-B31D6A8DBB8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55858" y="5791905"/>
            <a:ext cx="650789" cy="818960"/>
          </a:xfrm>
          <a:prstGeom prst="rect">
            <a:avLst/>
          </a:prstGeom>
        </p:spPr>
      </p:pic>
      <p:sp>
        <p:nvSpPr>
          <p:cNvPr id="2" name="Text Box 3">
            <a:extLst>
              <a:ext uri="{FF2B5EF4-FFF2-40B4-BE49-F238E27FC236}">
                <a16:creationId xmlns:a16="http://schemas.microsoft.com/office/drawing/2014/main" id="{09410A20-09E5-3B2C-88B5-2D528A06FB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3550" y="1209675"/>
            <a:ext cx="78486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5600" indent="-355600" algn="just">
              <a:spcBef>
                <a:spcPct val="50000"/>
              </a:spcBef>
              <a:buFontTx/>
              <a:buChar char="•"/>
            </a:pPr>
            <a:r>
              <a:rPr lang="es-ES" dirty="0"/>
              <a:t>Principal </a:t>
            </a:r>
            <a:r>
              <a:rPr lang="es-ES" dirty="0" err="1"/>
              <a:t>components</a:t>
            </a:r>
            <a:r>
              <a:rPr lang="es-ES" dirty="0"/>
              <a:t> define </a:t>
            </a:r>
            <a:r>
              <a:rPr lang="es-ES" b="1" dirty="0" err="1"/>
              <a:t>directions</a:t>
            </a:r>
            <a:r>
              <a:rPr lang="es-ES" b="1" dirty="0"/>
              <a:t> of </a:t>
            </a:r>
            <a:r>
              <a:rPr lang="es-ES" b="1" dirty="0" err="1"/>
              <a:t>maximum</a:t>
            </a:r>
            <a:r>
              <a:rPr lang="es-ES" b="1" dirty="0"/>
              <a:t> </a:t>
            </a:r>
            <a:r>
              <a:rPr lang="es-ES" b="1" dirty="0" err="1"/>
              <a:t>variance</a:t>
            </a:r>
            <a:r>
              <a:rPr lang="es-ES" dirty="0"/>
              <a:t>, </a:t>
            </a:r>
            <a:r>
              <a:rPr lang="es-ES" dirty="0" err="1"/>
              <a:t>typically</a:t>
            </a:r>
            <a:r>
              <a:rPr lang="es-ES" dirty="0"/>
              <a:t> </a:t>
            </a:r>
            <a:r>
              <a:rPr lang="es-ES" dirty="0" err="1"/>
              <a:t>with</a:t>
            </a:r>
            <a:r>
              <a:rPr lang="es-ES" dirty="0"/>
              <a:t> </a:t>
            </a:r>
            <a:r>
              <a:rPr lang="es-ES" dirty="0" err="1"/>
              <a:t>few</a:t>
            </a:r>
            <a:r>
              <a:rPr lang="es-ES" dirty="0"/>
              <a:t> </a:t>
            </a:r>
            <a:r>
              <a:rPr lang="es-ES" dirty="0" err="1"/>
              <a:t>components</a:t>
            </a:r>
            <a:r>
              <a:rPr lang="es-ES" dirty="0"/>
              <a:t> </a:t>
            </a:r>
            <a:r>
              <a:rPr lang="es-ES" dirty="0" err="1"/>
              <a:t>we</a:t>
            </a:r>
            <a:r>
              <a:rPr lang="es-ES" dirty="0"/>
              <a:t> can </a:t>
            </a:r>
            <a:r>
              <a:rPr lang="es-ES" dirty="0" err="1"/>
              <a:t>represent</a:t>
            </a:r>
            <a:r>
              <a:rPr lang="es-ES" dirty="0"/>
              <a:t> data.</a:t>
            </a:r>
          </a:p>
        </p:txBody>
      </p:sp>
      <p:pic>
        <p:nvPicPr>
          <p:cNvPr id="3" name="Picture 3">
            <a:extLst>
              <a:ext uri="{FF2B5EF4-FFF2-40B4-BE49-F238E27FC236}">
                <a16:creationId xmlns:a16="http://schemas.microsoft.com/office/drawing/2014/main" id="{545C9DBE-546A-76F5-C47E-2BF9A35EA4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630863" y="2271713"/>
            <a:ext cx="4610100" cy="3419475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D5C650D3-BE14-D60A-9429-0EF6BD09DF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600200" y="2414588"/>
            <a:ext cx="4152900" cy="3286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 Box 5">
            <a:extLst>
              <a:ext uri="{FF2B5EF4-FFF2-40B4-BE49-F238E27FC236}">
                <a16:creationId xmlns:a16="http://schemas.microsoft.com/office/drawing/2014/main" id="{7F3B82F7-C132-6F14-EEC3-B7BC5D7D4C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55789" y="2047875"/>
            <a:ext cx="105509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5600" indent="-355600" algn="just">
              <a:spcBef>
                <a:spcPct val="50000"/>
              </a:spcBef>
            </a:pPr>
            <a:r>
              <a:rPr lang="fr-FR" b="1" dirty="0"/>
              <a:t>Good</a:t>
            </a:r>
          </a:p>
        </p:txBody>
      </p:sp>
      <p:sp>
        <p:nvSpPr>
          <p:cNvPr id="7" name="Text Box 6">
            <a:extLst>
              <a:ext uri="{FF2B5EF4-FFF2-40B4-BE49-F238E27FC236}">
                <a16:creationId xmlns:a16="http://schemas.microsoft.com/office/drawing/2014/main" id="{46E59C72-EDD3-A063-BAD8-287580722A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12038" y="2047875"/>
            <a:ext cx="7937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marL="355600" indent="-355600" algn="just">
              <a:spcBef>
                <a:spcPct val="50000"/>
              </a:spcBef>
            </a:pPr>
            <a:r>
              <a:rPr lang="fr-FR" b="1" dirty="0" err="1"/>
              <a:t>Better</a:t>
            </a:r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5699171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C38ED9-74CF-8273-F4BD-D500E55343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B42C9E8-5740-C537-A03A-EB1565389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-7749"/>
            <a:ext cx="12192000" cy="369332"/>
          </a:xfrm>
          <a:noFill/>
          <a:ln>
            <a:noFill/>
          </a:ln>
        </p:spPr>
        <p:txBody>
          <a:bodyPr/>
          <a:lstStyle/>
          <a:p>
            <a:fld id="{D668CDBE-A386-F347-A11E-52195C47D667}" type="slidenum">
              <a:rPr lang="en-US" sz="1800" b="1" smtClean="0">
                <a:solidFill>
                  <a:sysClr val="windowText" lastClr="000000"/>
                </a:solidFill>
              </a:rPr>
              <a:t>5</a:t>
            </a:fld>
            <a:endParaRPr lang="en-US" sz="1800" b="1" dirty="0">
              <a:solidFill>
                <a:sysClr val="windowText" lastClr="000000"/>
              </a:solidFill>
            </a:endParaRPr>
          </a:p>
        </p:txBody>
      </p:sp>
      <p:cxnSp>
        <p:nvCxnSpPr>
          <p:cNvPr id="13" name="Straight Connector 8">
            <a:extLst>
              <a:ext uri="{FF2B5EF4-FFF2-40B4-BE49-F238E27FC236}">
                <a16:creationId xmlns:a16="http://schemas.microsoft.com/office/drawing/2014/main" id="{F496BC27-D79C-5AB6-7526-CFBC7B2C1170}"/>
              </a:ext>
            </a:extLst>
          </p:cNvPr>
          <p:cNvCxnSpPr/>
          <p:nvPr/>
        </p:nvCxnSpPr>
        <p:spPr>
          <a:xfrm>
            <a:off x="0" y="665335"/>
            <a:ext cx="3765665" cy="0"/>
          </a:xfrm>
          <a:prstGeom prst="line">
            <a:avLst/>
          </a:prstGeom>
          <a:ln w="28575">
            <a:solidFill>
              <a:srgbClr val="015559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5">
            <a:extLst>
              <a:ext uri="{FF2B5EF4-FFF2-40B4-BE49-F238E27FC236}">
                <a16:creationId xmlns:a16="http://schemas.microsoft.com/office/drawing/2014/main" id="{2A6C445B-7990-3A27-44F0-EDE12BB66DF1}"/>
              </a:ext>
            </a:extLst>
          </p:cNvPr>
          <p:cNvSpPr txBox="1"/>
          <p:nvPr/>
        </p:nvSpPr>
        <p:spPr>
          <a:xfrm>
            <a:off x="307570" y="-5278"/>
            <a:ext cx="730127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Rotis SansSerif Std" panose="020B0502030000020204" pitchFamily="34" charset="0"/>
              </a:rPr>
              <a:t>Dimension Reduction</a:t>
            </a:r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383CB1DE-BA63-C639-13A7-703ECFB6047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55858" y="5791905"/>
            <a:ext cx="650789" cy="81896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162062FE-12D2-56C7-1F43-E4AF99061F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8125" y="969088"/>
            <a:ext cx="6229350" cy="470345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E952CA4-EDD4-AC4E-BA74-AE6E22B400E4}"/>
              </a:ext>
            </a:extLst>
          </p:cNvPr>
          <p:cNvSpPr txBox="1"/>
          <p:nvPr/>
        </p:nvSpPr>
        <p:spPr>
          <a:xfrm>
            <a:off x="6943725" y="952500"/>
            <a:ext cx="44121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¿</a:t>
            </a:r>
            <a:r>
              <a:rPr lang="en-US" dirty="0" err="1"/>
              <a:t>Cómo</a:t>
            </a:r>
            <a:r>
              <a:rPr lang="en-US" dirty="0"/>
              <a:t> </a:t>
            </a:r>
            <a:r>
              <a:rPr lang="en-US" dirty="0" err="1"/>
              <a:t>pasamos</a:t>
            </a:r>
            <a:r>
              <a:rPr lang="en-US" dirty="0"/>
              <a:t> </a:t>
            </a:r>
            <a:r>
              <a:rPr lang="en-US" dirty="0" err="1"/>
              <a:t>esto</a:t>
            </a:r>
            <a:r>
              <a:rPr lang="en-US" dirty="0"/>
              <a:t> a 2D sin </a:t>
            </a:r>
            <a:r>
              <a:rPr lang="en-US" dirty="0" err="1"/>
              <a:t>perdiendo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mínimo</a:t>
            </a:r>
            <a:r>
              <a:rPr lang="en-US" dirty="0"/>
              <a:t> de </a:t>
            </a:r>
            <a:r>
              <a:rPr lang="en-US" dirty="0" err="1"/>
              <a:t>información</a:t>
            </a:r>
            <a:r>
              <a:rPr lang="en-US" dirty="0"/>
              <a:t>? </a:t>
            </a:r>
          </a:p>
        </p:txBody>
      </p:sp>
      <p:pic>
        <p:nvPicPr>
          <p:cNvPr id="4" name="Imagen 4">
            <a:extLst>
              <a:ext uri="{FF2B5EF4-FFF2-40B4-BE49-F238E27FC236}">
                <a16:creationId xmlns:a16="http://schemas.microsoft.com/office/drawing/2014/main" id="{5E2CBE8D-B0A6-FD4F-486F-71E84138A3C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71557" y="2009190"/>
            <a:ext cx="3934374" cy="666843"/>
          </a:xfrm>
          <a:prstGeom prst="rect">
            <a:avLst/>
          </a:prstGeom>
        </p:spPr>
      </p:pic>
      <p:pic>
        <p:nvPicPr>
          <p:cNvPr id="5" name="Imagen 7">
            <a:extLst>
              <a:ext uri="{FF2B5EF4-FFF2-40B4-BE49-F238E27FC236}">
                <a16:creationId xmlns:a16="http://schemas.microsoft.com/office/drawing/2014/main" id="{D2862776-2624-2F76-BBC5-99A33181638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7733" y="3724704"/>
            <a:ext cx="3734321" cy="457264"/>
          </a:xfrm>
          <a:prstGeom prst="rect">
            <a:avLst/>
          </a:prstGeom>
        </p:spPr>
      </p:pic>
      <p:pic>
        <p:nvPicPr>
          <p:cNvPr id="7" name="Imagen 9">
            <a:extLst>
              <a:ext uri="{FF2B5EF4-FFF2-40B4-BE49-F238E27FC236}">
                <a16:creationId xmlns:a16="http://schemas.microsoft.com/office/drawing/2014/main" id="{8FD4DFA3-344A-007D-D919-6558B626EB76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t="10246"/>
          <a:stretch/>
        </p:blipFill>
        <p:spPr>
          <a:xfrm>
            <a:off x="6717477" y="2952624"/>
            <a:ext cx="2600688" cy="282158"/>
          </a:xfrm>
          <a:prstGeom prst="rect">
            <a:avLst/>
          </a:prstGeom>
        </p:spPr>
      </p:pic>
      <p:pic>
        <p:nvPicPr>
          <p:cNvPr id="8" name="Imagen 11">
            <a:extLst>
              <a:ext uri="{FF2B5EF4-FFF2-40B4-BE49-F238E27FC236}">
                <a16:creationId xmlns:a16="http://schemas.microsoft.com/office/drawing/2014/main" id="{815E0B6D-F2C5-DD64-A6F1-64181F2A0A2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37981" y="2898413"/>
            <a:ext cx="1400370" cy="390580"/>
          </a:xfrm>
          <a:prstGeom prst="rect">
            <a:avLst/>
          </a:prstGeom>
        </p:spPr>
      </p:pic>
      <p:pic>
        <p:nvPicPr>
          <p:cNvPr id="9" name="Imagen 15">
            <a:extLst>
              <a:ext uri="{FF2B5EF4-FFF2-40B4-BE49-F238E27FC236}">
                <a16:creationId xmlns:a16="http://schemas.microsoft.com/office/drawing/2014/main" id="{D82AB546-62F8-8C84-3992-DC0410BCB4E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96000" y="4554657"/>
            <a:ext cx="5792008" cy="1171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33420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07DAEF-DB60-C8EA-6C1D-CF05B04B4B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01A44E6-6F2C-FAA7-8F9F-A7B0A9CFE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-7749"/>
            <a:ext cx="12192000" cy="369332"/>
          </a:xfrm>
          <a:noFill/>
          <a:ln>
            <a:noFill/>
          </a:ln>
        </p:spPr>
        <p:txBody>
          <a:bodyPr/>
          <a:lstStyle/>
          <a:p>
            <a:fld id="{D668CDBE-A386-F347-A11E-52195C47D667}" type="slidenum">
              <a:rPr lang="en-US" sz="1800" b="1" smtClean="0">
                <a:solidFill>
                  <a:sysClr val="windowText" lastClr="000000"/>
                </a:solidFill>
              </a:rPr>
              <a:t>6</a:t>
            </a:fld>
            <a:endParaRPr lang="en-US" sz="1800" b="1" dirty="0">
              <a:solidFill>
                <a:sysClr val="windowText" lastClr="000000"/>
              </a:solidFill>
            </a:endParaRPr>
          </a:p>
        </p:txBody>
      </p:sp>
      <p:cxnSp>
        <p:nvCxnSpPr>
          <p:cNvPr id="13" name="Straight Connector 8">
            <a:extLst>
              <a:ext uri="{FF2B5EF4-FFF2-40B4-BE49-F238E27FC236}">
                <a16:creationId xmlns:a16="http://schemas.microsoft.com/office/drawing/2014/main" id="{30C775E3-F23C-BD78-88CB-6EC4611C809D}"/>
              </a:ext>
            </a:extLst>
          </p:cNvPr>
          <p:cNvCxnSpPr/>
          <p:nvPr/>
        </p:nvCxnSpPr>
        <p:spPr>
          <a:xfrm>
            <a:off x="0" y="665335"/>
            <a:ext cx="3765665" cy="0"/>
          </a:xfrm>
          <a:prstGeom prst="line">
            <a:avLst/>
          </a:prstGeom>
          <a:ln w="28575">
            <a:solidFill>
              <a:srgbClr val="015559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5">
            <a:extLst>
              <a:ext uri="{FF2B5EF4-FFF2-40B4-BE49-F238E27FC236}">
                <a16:creationId xmlns:a16="http://schemas.microsoft.com/office/drawing/2014/main" id="{0827E134-B154-FDC3-0298-DA5E20E9873E}"/>
              </a:ext>
            </a:extLst>
          </p:cNvPr>
          <p:cNvSpPr txBox="1"/>
          <p:nvPr/>
        </p:nvSpPr>
        <p:spPr>
          <a:xfrm>
            <a:off x="307570" y="-5278"/>
            <a:ext cx="730127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Rotis SansSerif Std" panose="020B0502030000020204" pitchFamily="34" charset="0"/>
              </a:rPr>
              <a:t>Dimension Reduction</a:t>
            </a:r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0E565626-C09B-75CA-F116-661424481B5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55858" y="5791905"/>
            <a:ext cx="650789" cy="81896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EA33E563-6F2B-0FB2-EDA9-F5CBCFA479E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38125" y="1006438"/>
            <a:ext cx="6229350" cy="462875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1A7710F-B89D-16BB-C505-7AEB6AEEA8F1}"/>
              </a:ext>
            </a:extLst>
          </p:cNvPr>
          <p:cNvSpPr txBox="1"/>
          <p:nvPr/>
        </p:nvSpPr>
        <p:spPr>
          <a:xfrm>
            <a:off x="6943725" y="952500"/>
            <a:ext cx="44121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¿</a:t>
            </a:r>
            <a:r>
              <a:rPr lang="en-US" dirty="0" err="1"/>
              <a:t>Cómo</a:t>
            </a:r>
            <a:r>
              <a:rPr lang="en-US" dirty="0"/>
              <a:t> </a:t>
            </a:r>
            <a:r>
              <a:rPr lang="en-US" dirty="0" err="1"/>
              <a:t>pasamos</a:t>
            </a:r>
            <a:r>
              <a:rPr lang="en-US" dirty="0"/>
              <a:t> </a:t>
            </a:r>
            <a:r>
              <a:rPr lang="en-US" dirty="0" err="1"/>
              <a:t>esto</a:t>
            </a:r>
            <a:r>
              <a:rPr lang="en-US" dirty="0"/>
              <a:t> a 2D sin </a:t>
            </a:r>
            <a:r>
              <a:rPr lang="en-US" dirty="0" err="1"/>
              <a:t>perdiendo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mínimo</a:t>
            </a:r>
            <a:r>
              <a:rPr lang="en-US" dirty="0"/>
              <a:t> de </a:t>
            </a:r>
            <a:r>
              <a:rPr lang="en-US" dirty="0" err="1"/>
              <a:t>información</a:t>
            </a:r>
            <a:r>
              <a:rPr lang="en-US" dirty="0"/>
              <a:t>? </a:t>
            </a:r>
          </a:p>
        </p:txBody>
      </p:sp>
      <p:pic>
        <p:nvPicPr>
          <p:cNvPr id="4" name="Imagen 4">
            <a:extLst>
              <a:ext uri="{FF2B5EF4-FFF2-40B4-BE49-F238E27FC236}">
                <a16:creationId xmlns:a16="http://schemas.microsoft.com/office/drawing/2014/main" id="{ABB7198C-D3C9-8EF1-19A7-51E71B17767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71557" y="2009190"/>
            <a:ext cx="3934374" cy="666843"/>
          </a:xfrm>
          <a:prstGeom prst="rect">
            <a:avLst/>
          </a:prstGeom>
        </p:spPr>
      </p:pic>
      <p:pic>
        <p:nvPicPr>
          <p:cNvPr id="5" name="Imagen 7">
            <a:extLst>
              <a:ext uri="{FF2B5EF4-FFF2-40B4-BE49-F238E27FC236}">
                <a16:creationId xmlns:a16="http://schemas.microsoft.com/office/drawing/2014/main" id="{A6B4B52E-F598-7EAF-46FD-75EE872B191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7733" y="3724704"/>
            <a:ext cx="3734321" cy="457264"/>
          </a:xfrm>
          <a:prstGeom prst="rect">
            <a:avLst/>
          </a:prstGeom>
        </p:spPr>
      </p:pic>
      <p:pic>
        <p:nvPicPr>
          <p:cNvPr id="7" name="Imagen 9">
            <a:extLst>
              <a:ext uri="{FF2B5EF4-FFF2-40B4-BE49-F238E27FC236}">
                <a16:creationId xmlns:a16="http://schemas.microsoft.com/office/drawing/2014/main" id="{79A969C1-B9EF-C29F-F1E3-71248D50BD22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t="10246"/>
          <a:stretch/>
        </p:blipFill>
        <p:spPr>
          <a:xfrm>
            <a:off x="6717477" y="2952624"/>
            <a:ext cx="2600688" cy="282158"/>
          </a:xfrm>
          <a:prstGeom prst="rect">
            <a:avLst/>
          </a:prstGeom>
        </p:spPr>
      </p:pic>
      <p:pic>
        <p:nvPicPr>
          <p:cNvPr id="8" name="Imagen 11">
            <a:extLst>
              <a:ext uri="{FF2B5EF4-FFF2-40B4-BE49-F238E27FC236}">
                <a16:creationId xmlns:a16="http://schemas.microsoft.com/office/drawing/2014/main" id="{9F610FBE-5FD9-37D7-8EF4-BF9894B3CD6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37981" y="2898413"/>
            <a:ext cx="1400370" cy="390580"/>
          </a:xfrm>
          <a:prstGeom prst="rect">
            <a:avLst/>
          </a:prstGeom>
        </p:spPr>
      </p:pic>
      <p:pic>
        <p:nvPicPr>
          <p:cNvPr id="9" name="Imagen 15">
            <a:extLst>
              <a:ext uri="{FF2B5EF4-FFF2-40B4-BE49-F238E27FC236}">
                <a16:creationId xmlns:a16="http://schemas.microsoft.com/office/drawing/2014/main" id="{E016128A-3EE5-3556-B793-706C8462F8C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96000" y="4554657"/>
            <a:ext cx="5792008" cy="1171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81846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5BE80F-6CA2-009B-6AC5-A7652B5299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E2519BE-23D5-97DB-0129-9FA49D92D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-7749"/>
            <a:ext cx="12192000" cy="369332"/>
          </a:xfrm>
          <a:noFill/>
          <a:ln>
            <a:noFill/>
          </a:ln>
        </p:spPr>
        <p:txBody>
          <a:bodyPr/>
          <a:lstStyle/>
          <a:p>
            <a:fld id="{D668CDBE-A386-F347-A11E-52195C47D667}" type="slidenum">
              <a:rPr lang="en-US" sz="1800" b="1" smtClean="0">
                <a:solidFill>
                  <a:sysClr val="windowText" lastClr="000000"/>
                </a:solidFill>
              </a:rPr>
              <a:t>7</a:t>
            </a:fld>
            <a:endParaRPr lang="en-US" sz="1800" b="1" dirty="0">
              <a:solidFill>
                <a:sysClr val="windowText" lastClr="000000"/>
              </a:solidFill>
            </a:endParaRPr>
          </a:p>
        </p:txBody>
      </p:sp>
      <p:cxnSp>
        <p:nvCxnSpPr>
          <p:cNvPr id="13" name="Straight Connector 8">
            <a:extLst>
              <a:ext uri="{FF2B5EF4-FFF2-40B4-BE49-F238E27FC236}">
                <a16:creationId xmlns:a16="http://schemas.microsoft.com/office/drawing/2014/main" id="{FDFF1E0D-7EDD-9CFF-8F9C-BD55EFF6E96F}"/>
              </a:ext>
            </a:extLst>
          </p:cNvPr>
          <p:cNvCxnSpPr/>
          <p:nvPr/>
        </p:nvCxnSpPr>
        <p:spPr>
          <a:xfrm>
            <a:off x="0" y="665335"/>
            <a:ext cx="3765665" cy="0"/>
          </a:xfrm>
          <a:prstGeom prst="line">
            <a:avLst/>
          </a:prstGeom>
          <a:ln w="28575">
            <a:solidFill>
              <a:srgbClr val="015559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5">
            <a:extLst>
              <a:ext uri="{FF2B5EF4-FFF2-40B4-BE49-F238E27FC236}">
                <a16:creationId xmlns:a16="http://schemas.microsoft.com/office/drawing/2014/main" id="{53D6C549-C325-3ECB-59BA-F76112FDA82D}"/>
              </a:ext>
            </a:extLst>
          </p:cNvPr>
          <p:cNvSpPr txBox="1"/>
          <p:nvPr/>
        </p:nvSpPr>
        <p:spPr>
          <a:xfrm>
            <a:off x="307570" y="-5278"/>
            <a:ext cx="730127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Rotis SansSerif Std" panose="020B0502030000020204" pitchFamily="34" charset="0"/>
              </a:rPr>
              <a:t>Dimension Reduction</a:t>
            </a:r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853DDD20-571D-7204-7ED0-E20A1EB1A7C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55858" y="5791905"/>
            <a:ext cx="650789" cy="81896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3D7AF53-CCDE-8186-9B00-843801D90690}"/>
              </a:ext>
            </a:extLst>
          </p:cNvPr>
          <p:cNvSpPr txBox="1"/>
          <p:nvPr/>
        </p:nvSpPr>
        <p:spPr>
          <a:xfrm>
            <a:off x="6943725" y="952500"/>
            <a:ext cx="44121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¿</a:t>
            </a:r>
            <a:r>
              <a:rPr lang="en-US" dirty="0" err="1"/>
              <a:t>Cómo</a:t>
            </a:r>
            <a:r>
              <a:rPr lang="en-US" dirty="0"/>
              <a:t> </a:t>
            </a:r>
            <a:r>
              <a:rPr lang="en-US" dirty="0" err="1"/>
              <a:t>pasamos</a:t>
            </a:r>
            <a:r>
              <a:rPr lang="en-US" dirty="0"/>
              <a:t> </a:t>
            </a:r>
            <a:r>
              <a:rPr lang="en-US" dirty="0" err="1"/>
              <a:t>esto</a:t>
            </a:r>
            <a:r>
              <a:rPr lang="en-US" dirty="0"/>
              <a:t> a 2D sin </a:t>
            </a:r>
            <a:r>
              <a:rPr lang="en-US" dirty="0" err="1"/>
              <a:t>perdiendo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mínimo</a:t>
            </a:r>
            <a:r>
              <a:rPr lang="en-US" dirty="0"/>
              <a:t> de </a:t>
            </a:r>
            <a:r>
              <a:rPr lang="en-US" dirty="0" err="1"/>
              <a:t>información</a:t>
            </a:r>
            <a:r>
              <a:rPr lang="en-US" dirty="0"/>
              <a:t>? </a:t>
            </a:r>
          </a:p>
        </p:txBody>
      </p:sp>
      <p:pic>
        <p:nvPicPr>
          <p:cNvPr id="4" name="Imagen 4">
            <a:extLst>
              <a:ext uri="{FF2B5EF4-FFF2-40B4-BE49-F238E27FC236}">
                <a16:creationId xmlns:a16="http://schemas.microsoft.com/office/drawing/2014/main" id="{7F2F0D02-521A-8B2D-99DD-796BADF475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1557" y="2009190"/>
            <a:ext cx="3934374" cy="666843"/>
          </a:xfrm>
          <a:prstGeom prst="rect">
            <a:avLst/>
          </a:prstGeom>
        </p:spPr>
      </p:pic>
      <p:pic>
        <p:nvPicPr>
          <p:cNvPr id="5" name="Imagen 7">
            <a:extLst>
              <a:ext uri="{FF2B5EF4-FFF2-40B4-BE49-F238E27FC236}">
                <a16:creationId xmlns:a16="http://schemas.microsoft.com/office/drawing/2014/main" id="{09902722-77EA-2FD1-5812-C3B4958988A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7733" y="3724704"/>
            <a:ext cx="3734321" cy="457264"/>
          </a:xfrm>
          <a:prstGeom prst="rect">
            <a:avLst/>
          </a:prstGeom>
        </p:spPr>
      </p:pic>
      <p:pic>
        <p:nvPicPr>
          <p:cNvPr id="7" name="Imagen 9">
            <a:extLst>
              <a:ext uri="{FF2B5EF4-FFF2-40B4-BE49-F238E27FC236}">
                <a16:creationId xmlns:a16="http://schemas.microsoft.com/office/drawing/2014/main" id="{1D54955B-4ED9-59DC-A8E2-F8835AB82586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10246"/>
          <a:stretch/>
        </p:blipFill>
        <p:spPr>
          <a:xfrm>
            <a:off x="6717477" y="2952624"/>
            <a:ext cx="2600688" cy="282158"/>
          </a:xfrm>
          <a:prstGeom prst="rect">
            <a:avLst/>
          </a:prstGeom>
        </p:spPr>
      </p:pic>
      <p:pic>
        <p:nvPicPr>
          <p:cNvPr id="8" name="Imagen 11">
            <a:extLst>
              <a:ext uri="{FF2B5EF4-FFF2-40B4-BE49-F238E27FC236}">
                <a16:creationId xmlns:a16="http://schemas.microsoft.com/office/drawing/2014/main" id="{EBEB11A8-7C8D-FA77-24FE-68CF9A8077B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37981" y="2898413"/>
            <a:ext cx="1400370" cy="390580"/>
          </a:xfrm>
          <a:prstGeom prst="rect">
            <a:avLst/>
          </a:prstGeom>
        </p:spPr>
      </p:pic>
      <p:pic>
        <p:nvPicPr>
          <p:cNvPr id="9" name="Imagen 15">
            <a:extLst>
              <a:ext uri="{FF2B5EF4-FFF2-40B4-BE49-F238E27FC236}">
                <a16:creationId xmlns:a16="http://schemas.microsoft.com/office/drawing/2014/main" id="{62D7C617-FAA6-4BE8-6471-107536D3A18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6000" y="4554657"/>
            <a:ext cx="5792008" cy="117173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EF14296-2093-8237-7382-DE2EC147581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374" y="982628"/>
            <a:ext cx="6030626" cy="4222150"/>
          </a:xfrm>
          <a:prstGeom prst="rect">
            <a:avLst/>
          </a:prstGeom>
        </p:spPr>
      </p:pic>
      <p:sp>
        <p:nvSpPr>
          <p:cNvPr id="11" name="CuadroTexto 19">
            <a:extLst>
              <a:ext uri="{FF2B5EF4-FFF2-40B4-BE49-F238E27FC236}">
                <a16:creationId xmlns:a16="http://schemas.microsoft.com/office/drawing/2014/main" id="{912CD35B-71EE-5E4C-9624-8A4E85AF65D0}"/>
              </a:ext>
            </a:extLst>
          </p:cNvPr>
          <p:cNvSpPr txBox="1"/>
          <p:nvPr/>
        </p:nvSpPr>
        <p:spPr>
          <a:xfrm>
            <a:off x="7232465" y="5914419"/>
            <a:ext cx="32125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eigen decomposition problem</a:t>
            </a:r>
          </a:p>
        </p:txBody>
      </p:sp>
      <p:pic>
        <p:nvPicPr>
          <p:cNvPr id="12" name="Imagen 21">
            <a:extLst>
              <a:ext uri="{FF2B5EF4-FFF2-40B4-BE49-F238E27FC236}">
                <a16:creationId xmlns:a16="http://schemas.microsoft.com/office/drawing/2014/main" id="{94BB9D87-EABB-ACE8-655C-AAA467EE954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046960" y="5963075"/>
            <a:ext cx="1486107" cy="647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20291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F17FFF-86EB-EFF0-C48C-D8A89E441B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0E049D7-BD9E-009C-315A-535BF5E10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-7749"/>
            <a:ext cx="12192000" cy="369332"/>
          </a:xfrm>
          <a:noFill/>
          <a:ln>
            <a:noFill/>
          </a:ln>
        </p:spPr>
        <p:txBody>
          <a:bodyPr/>
          <a:lstStyle/>
          <a:p>
            <a:fld id="{D668CDBE-A386-F347-A11E-52195C47D667}" type="slidenum">
              <a:rPr lang="en-US" sz="1800" b="1" smtClean="0">
                <a:solidFill>
                  <a:sysClr val="windowText" lastClr="000000"/>
                </a:solidFill>
              </a:rPr>
              <a:t>8</a:t>
            </a:fld>
            <a:endParaRPr lang="en-US" sz="1800" b="1" dirty="0">
              <a:solidFill>
                <a:sysClr val="windowText" lastClr="000000"/>
              </a:solidFill>
            </a:endParaRPr>
          </a:p>
        </p:txBody>
      </p:sp>
      <p:cxnSp>
        <p:nvCxnSpPr>
          <p:cNvPr id="13" name="Straight Connector 8">
            <a:extLst>
              <a:ext uri="{FF2B5EF4-FFF2-40B4-BE49-F238E27FC236}">
                <a16:creationId xmlns:a16="http://schemas.microsoft.com/office/drawing/2014/main" id="{9E400B57-6115-FA93-F88D-86A1870F4787}"/>
              </a:ext>
            </a:extLst>
          </p:cNvPr>
          <p:cNvCxnSpPr/>
          <p:nvPr/>
        </p:nvCxnSpPr>
        <p:spPr>
          <a:xfrm>
            <a:off x="0" y="665335"/>
            <a:ext cx="3765665" cy="0"/>
          </a:xfrm>
          <a:prstGeom prst="line">
            <a:avLst/>
          </a:prstGeom>
          <a:ln w="28575">
            <a:solidFill>
              <a:srgbClr val="015559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5">
            <a:extLst>
              <a:ext uri="{FF2B5EF4-FFF2-40B4-BE49-F238E27FC236}">
                <a16:creationId xmlns:a16="http://schemas.microsoft.com/office/drawing/2014/main" id="{26A64ED0-C22A-72A4-9827-C40BD5573648}"/>
              </a:ext>
            </a:extLst>
          </p:cNvPr>
          <p:cNvSpPr txBox="1"/>
          <p:nvPr/>
        </p:nvSpPr>
        <p:spPr>
          <a:xfrm>
            <a:off x="307570" y="-5278"/>
            <a:ext cx="730127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Rotis SansSerif Std" panose="020B0502030000020204" pitchFamily="34" charset="0"/>
              </a:rPr>
              <a:t>Dimension Reduction-Example 1</a:t>
            </a:r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CB475F1E-075E-C4C1-86F3-186C541324A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55858" y="5791905"/>
            <a:ext cx="650789" cy="81896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D2B9955-1DFA-515A-1C7D-B90DBE496FEF}"/>
              </a:ext>
            </a:extLst>
          </p:cNvPr>
          <p:cNvSpPr txBox="1"/>
          <p:nvPr/>
        </p:nvSpPr>
        <p:spPr>
          <a:xfrm>
            <a:off x="691472" y="1272297"/>
            <a:ext cx="6148386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1600" b="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# Generate random values for x and y</a:t>
            </a:r>
            <a:endParaRPr lang="en-GB" sz="1600" b="0" dirty="0">
              <a:solidFill>
                <a:srgbClr val="3B3B3B"/>
              </a:solidFill>
              <a:effectLst/>
              <a:latin typeface="Menlo" panose="020B0609030804020204" pitchFamily="49" charset="0"/>
            </a:endParaRPr>
          </a:p>
          <a:p>
            <a:pPr>
              <a:buNone/>
            </a:pPr>
            <a:r>
              <a:rPr lang="en-GB" sz="16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alpha</a:t>
            </a:r>
            <a:r>
              <a:rPr lang="en-GB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GB" sz="16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3</a:t>
            </a:r>
            <a:endParaRPr lang="en-GB" sz="1600" b="0" dirty="0">
              <a:solidFill>
                <a:srgbClr val="3B3B3B"/>
              </a:solidFill>
              <a:effectLst/>
              <a:latin typeface="Menlo" panose="020B0609030804020204" pitchFamily="49" charset="0"/>
            </a:endParaRPr>
          </a:p>
          <a:p>
            <a:pPr>
              <a:buNone/>
            </a:pPr>
            <a:r>
              <a:rPr lang="en-GB" sz="16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x</a:t>
            </a:r>
            <a:r>
              <a:rPr lang="en-GB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&lt;-</a:t>
            </a:r>
            <a:r>
              <a:rPr lang="en-GB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600" b="0" dirty="0" err="1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seq</a:t>
            </a:r>
            <a:r>
              <a:rPr lang="en-GB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GB" sz="16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from</a:t>
            </a:r>
            <a:r>
              <a:rPr lang="en-GB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GB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6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GB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GB" sz="16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to</a:t>
            </a:r>
            <a:r>
              <a:rPr lang="en-GB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GB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6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5</a:t>
            </a:r>
            <a:r>
              <a:rPr lang="en-GB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GB" sz="16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by</a:t>
            </a:r>
            <a:r>
              <a:rPr lang="en-GB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GB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6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0.1</a:t>
            </a:r>
            <a:r>
              <a:rPr lang="en-GB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>
              <a:buNone/>
            </a:pPr>
            <a:r>
              <a:rPr lang="en-GB" sz="16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y</a:t>
            </a:r>
            <a:r>
              <a:rPr lang="en-GB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&lt;-</a:t>
            </a:r>
            <a:r>
              <a:rPr lang="en-GB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6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alpha</a:t>
            </a:r>
            <a:r>
              <a:rPr lang="en-GB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</a:t>
            </a:r>
            <a:r>
              <a:rPr lang="en-GB" sz="16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x</a:t>
            </a:r>
            <a:endParaRPr lang="en-GB" sz="1600" b="0" dirty="0">
              <a:solidFill>
                <a:srgbClr val="3B3B3B"/>
              </a:solidFill>
              <a:effectLst/>
              <a:latin typeface="Menlo" panose="020B0609030804020204" pitchFamily="49" charset="0"/>
            </a:endParaRPr>
          </a:p>
          <a:p>
            <a:pPr>
              <a:buNone/>
            </a:pPr>
            <a:r>
              <a:rPr lang="en-GB" sz="16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n</a:t>
            </a:r>
            <a:r>
              <a:rPr lang="en-GB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&lt;-</a:t>
            </a:r>
            <a:r>
              <a:rPr lang="en-GB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600" b="0" dirty="0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length</a:t>
            </a:r>
            <a:r>
              <a:rPr lang="en-GB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(</a:t>
            </a:r>
            <a:r>
              <a:rPr lang="en-GB" sz="16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x</a:t>
            </a:r>
            <a:r>
              <a:rPr lang="en-GB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>
              <a:buNone/>
            </a:pPr>
            <a:r>
              <a:rPr lang="en-GB" sz="16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x1</a:t>
            </a:r>
            <a:r>
              <a:rPr lang="en-GB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&lt;-</a:t>
            </a:r>
            <a:r>
              <a:rPr lang="en-GB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6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x</a:t>
            </a:r>
            <a:r>
              <a:rPr lang="en-GB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</a:t>
            </a:r>
            <a:r>
              <a:rPr lang="en-GB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600" b="0" dirty="0" err="1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runif</a:t>
            </a:r>
            <a:r>
              <a:rPr lang="en-GB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GB" sz="16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n</a:t>
            </a:r>
            <a:r>
              <a:rPr lang="en-GB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GB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-</a:t>
            </a:r>
            <a:r>
              <a:rPr lang="en-GB" sz="16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0.25</a:t>
            </a:r>
            <a:r>
              <a:rPr lang="en-GB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GB" sz="16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0.25</a:t>
            </a:r>
            <a:r>
              <a:rPr lang="en-GB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>
              <a:buNone/>
            </a:pPr>
            <a:r>
              <a:rPr lang="en-GB" sz="16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y1</a:t>
            </a:r>
            <a:r>
              <a:rPr lang="en-GB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&lt;-</a:t>
            </a:r>
            <a:r>
              <a:rPr lang="en-GB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6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y</a:t>
            </a:r>
            <a:r>
              <a:rPr lang="en-GB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</a:t>
            </a:r>
            <a:r>
              <a:rPr lang="en-GB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600" b="0" dirty="0" err="1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runif</a:t>
            </a:r>
            <a:r>
              <a:rPr lang="en-GB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GB" sz="16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n</a:t>
            </a:r>
            <a:r>
              <a:rPr lang="en-GB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GB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-</a:t>
            </a:r>
            <a:r>
              <a:rPr lang="en-GB" sz="16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0.25</a:t>
            </a:r>
            <a:r>
              <a:rPr lang="en-GB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GB" sz="16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0.25</a:t>
            </a:r>
            <a:r>
              <a:rPr lang="en-GB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>
              <a:buNone/>
            </a:pPr>
            <a:r>
              <a:rPr lang="en-GB" sz="16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A</a:t>
            </a:r>
            <a:r>
              <a:rPr lang="en-GB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&lt;-</a:t>
            </a:r>
            <a:r>
              <a:rPr lang="en-GB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600" b="0" dirty="0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matrix</a:t>
            </a:r>
            <a:r>
              <a:rPr lang="en-GB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(</a:t>
            </a:r>
            <a:r>
              <a:rPr lang="en-GB" sz="1600" b="0" dirty="0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c</a:t>
            </a:r>
            <a:r>
              <a:rPr lang="en-GB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GB" sz="16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x1</a:t>
            </a:r>
            <a:r>
              <a:rPr lang="en-GB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GB" sz="16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y1</a:t>
            </a:r>
            <a:r>
              <a:rPr lang="en-GB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), </a:t>
            </a:r>
            <a:r>
              <a:rPr lang="en-GB" sz="160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nrow</a:t>
            </a:r>
            <a:r>
              <a:rPr lang="en-GB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GB" sz="16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2</a:t>
            </a:r>
            <a:r>
              <a:rPr lang="en-GB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GB" sz="160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ncol</a:t>
            </a:r>
            <a:r>
              <a:rPr lang="en-GB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GB" sz="16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n</a:t>
            </a:r>
            <a:r>
              <a:rPr lang="en-GB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GB" sz="160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byrow</a:t>
            </a:r>
            <a:r>
              <a:rPr lang="en-GB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GB" sz="16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TRUE</a:t>
            </a:r>
            <a:r>
              <a:rPr lang="en-GB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>
              <a:buNone/>
            </a:pPr>
            <a:r>
              <a:rPr lang="en-GB" sz="16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m</a:t>
            </a:r>
            <a:r>
              <a:rPr lang="en-GB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&lt;-</a:t>
            </a:r>
            <a:r>
              <a:rPr lang="en-GB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6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2</a:t>
            </a:r>
            <a:endParaRPr lang="en-GB" sz="1600" b="0" dirty="0">
              <a:solidFill>
                <a:srgbClr val="3B3B3B"/>
              </a:solidFill>
              <a:effectLst/>
              <a:latin typeface="Menlo" panose="020B0609030804020204" pitchFamily="49" charset="0"/>
            </a:endParaRPr>
          </a:p>
          <a:p>
            <a:pPr>
              <a:buNone/>
            </a:pPr>
            <a:r>
              <a:rPr lang="en-GB" sz="1600" b="0" dirty="0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dim</a:t>
            </a:r>
            <a:r>
              <a:rPr lang="en-GB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GB" sz="16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A</a:t>
            </a:r>
            <a:r>
              <a:rPr lang="en-GB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) </a:t>
            </a:r>
            <a:r>
              <a:rPr lang="en-GB" sz="1600" b="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#2 x 41</a:t>
            </a:r>
            <a:endParaRPr lang="en-GB" sz="1600" b="0" dirty="0">
              <a:solidFill>
                <a:srgbClr val="3B3B3B"/>
              </a:solidFill>
              <a:effectLst/>
              <a:latin typeface="Menlo" panose="020B0609030804020204" pitchFamily="49" charset="0"/>
            </a:endParaRPr>
          </a:p>
          <a:p>
            <a:pPr>
              <a:buNone/>
            </a:pPr>
            <a:r>
              <a:rPr lang="en-GB" sz="1600" b="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# Calculate </a:t>
            </a:r>
            <a:r>
              <a:rPr lang="en-GB" sz="1600" b="0" dirty="0" err="1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princial</a:t>
            </a:r>
            <a:r>
              <a:rPr lang="en-GB" sz="1600" b="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 components with function </a:t>
            </a:r>
            <a:r>
              <a:rPr lang="en-GB" sz="1600" b="0" dirty="0" err="1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prcomp</a:t>
            </a:r>
            <a:endParaRPr lang="en-GB" sz="1600" b="0" dirty="0">
              <a:solidFill>
                <a:srgbClr val="3B3B3B"/>
              </a:solidFill>
              <a:effectLst/>
              <a:latin typeface="Menlo" panose="020B0609030804020204" pitchFamily="49" charset="0"/>
            </a:endParaRPr>
          </a:p>
          <a:p>
            <a:pPr>
              <a:buNone/>
            </a:pPr>
            <a:r>
              <a:rPr lang="en-GB" sz="16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PCs</a:t>
            </a:r>
            <a:r>
              <a:rPr lang="en-GB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&lt;-</a:t>
            </a:r>
            <a:r>
              <a:rPr lang="en-GB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600" b="0" dirty="0" err="1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prcomp</a:t>
            </a:r>
            <a:r>
              <a:rPr lang="en-GB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GB" sz="1600" b="0" dirty="0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t</a:t>
            </a:r>
            <a:r>
              <a:rPr lang="en-GB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GB" sz="16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A</a:t>
            </a:r>
            <a:r>
              <a:rPr lang="en-GB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), </a:t>
            </a:r>
            <a:r>
              <a:rPr lang="en-GB" sz="160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center</a:t>
            </a:r>
            <a:r>
              <a:rPr lang="en-GB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GB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6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T</a:t>
            </a:r>
            <a:r>
              <a:rPr lang="en-GB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GB" sz="160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retx</a:t>
            </a:r>
            <a:r>
              <a:rPr lang="en-GB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GB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6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T</a:t>
            </a:r>
            <a:r>
              <a:rPr lang="en-GB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>
              <a:buNone/>
            </a:pPr>
            <a:r>
              <a:rPr lang="en-GB" sz="1600" b="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# Eigenvectors</a:t>
            </a:r>
            <a:endParaRPr lang="en-GB" sz="1600" b="0" dirty="0">
              <a:solidFill>
                <a:srgbClr val="3B3B3B"/>
              </a:solidFill>
              <a:effectLst/>
              <a:latin typeface="Menlo" panose="020B0609030804020204" pitchFamily="49" charset="0"/>
            </a:endParaRPr>
          </a:p>
          <a:p>
            <a:pPr>
              <a:buNone/>
            </a:pPr>
            <a:r>
              <a:rPr lang="en-GB" sz="160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PCs</a:t>
            </a:r>
            <a:r>
              <a:rPr lang="en-GB" sz="1600" b="0" dirty="0" err="1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$</a:t>
            </a:r>
            <a:r>
              <a:rPr lang="en-GB" sz="160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rotation</a:t>
            </a:r>
            <a:endParaRPr lang="en-GB" sz="1600" b="0" dirty="0">
              <a:solidFill>
                <a:srgbClr val="3B3B3B"/>
              </a:solidFill>
              <a:effectLst/>
              <a:latin typeface="Menlo" panose="020B0609030804020204" pitchFamily="49" charset="0"/>
            </a:endParaRPr>
          </a:p>
          <a:p>
            <a:pPr>
              <a:buNone/>
            </a:pPr>
            <a:r>
              <a:rPr lang="en-GB" sz="1600" b="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#Eigenvalues</a:t>
            </a:r>
            <a:endParaRPr lang="en-GB" sz="1600" b="0" dirty="0">
              <a:solidFill>
                <a:srgbClr val="3B3B3B"/>
              </a:solidFill>
              <a:effectLst/>
              <a:latin typeface="Menlo" panose="020B0609030804020204" pitchFamily="49" charset="0"/>
            </a:endParaRPr>
          </a:p>
          <a:p>
            <a:pPr>
              <a:buNone/>
            </a:pPr>
            <a:r>
              <a:rPr lang="en-GB" sz="160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PCs</a:t>
            </a:r>
            <a:r>
              <a:rPr lang="en-GB" sz="1600" b="0" dirty="0" err="1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$</a:t>
            </a:r>
            <a:r>
              <a:rPr lang="en-GB" sz="160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sdev</a:t>
            </a:r>
            <a:endParaRPr lang="en-GB" sz="1600" b="0" dirty="0">
              <a:solidFill>
                <a:srgbClr val="3B3B3B"/>
              </a:solidFill>
              <a:effectLst/>
              <a:latin typeface="Menlo" panose="020B0609030804020204" pitchFamily="49" charset="0"/>
            </a:endParaRPr>
          </a:p>
          <a:p>
            <a:pPr>
              <a:buNone/>
            </a:pPr>
            <a:r>
              <a:rPr lang="en-GB" sz="1600" b="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# Rotated data (projections)</a:t>
            </a:r>
            <a:endParaRPr lang="en-GB" sz="1600" b="0" dirty="0">
              <a:solidFill>
                <a:srgbClr val="3B3B3B"/>
              </a:solidFill>
              <a:effectLst/>
              <a:latin typeface="Menlo" panose="020B0609030804020204" pitchFamily="49" charset="0"/>
            </a:endParaRPr>
          </a:p>
          <a:p>
            <a:pPr>
              <a:buNone/>
            </a:pPr>
            <a:r>
              <a:rPr lang="en-GB" sz="160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PCs</a:t>
            </a:r>
            <a:r>
              <a:rPr lang="en-GB" sz="1600" b="0" dirty="0" err="1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$</a:t>
            </a:r>
            <a:r>
              <a:rPr lang="en-GB" sz="160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x</a:t>
            </a:r>
            <a:endParaRPr lang="en-GB" sz="1600" b="0" dirty="0">
              <a:solidFill>
                <a:srgbClr val="3B3B3B"/>
              </a:solidFill>
              <a:effectLst/>
              <a:latin typeface="Menlo" panose="020B0609030804020204" pitchFamily="49" charset="0"/>
            </a:endParaRPr>
          </a:p>
        </p:txBody>
      </p:sp>
      <p:pic>
        <p:nvPicPr>
          <p:cNvPr id="8" name="Imagen 9">
            <a:extLst>
              <a:ext uri="{FF2B5EF4-FFF2-40B4-BE49-F238E27FC236}">
                <a16:creationId xmlns:a16="http://schemas.microsoft.com/office/drawing/2014/main" id="{488A3714-276B-AE57-3C87-4A0D064DDC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9437" y="2600325"/>
            <a:ext cx="4351054" cy="2233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20013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420A40-4172-7806-4894-1B30A5A1D1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1379E0F-8826-47E8-2F4D-488B933C89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-7749"/>
            <a:ext cx="12192000" cy="369332"/>
          </a:xfrm>
          <a:noFill/>
          <a:ln>
            <a:noFill/>
          </a:ln>
        </p:spPr>
        <p:txBody>
          <a:bodyPr/>
          <a:lstStyle/>
          <a:p>
            <a:fld id="{D668CDBE-A386-F347-A11E-52195C47D667}" type="slidenum">
              <a:rPr lang="en-US" sz="1800" b="1" smtClean="0">
                <a:solidFill>
                  <a:sysClr val="windowText" lastClr="000000"/>
                </a:solidFill>
              </a:rPr>
              <a:t>9</a:t>
            </a:fld>
            <a:endParaRPr lang="en-US" sz="1800" b="1" dirty="0">
              <a:solidFill>
                <a:sysClr val="windowText" lastClr="000000"/>
              </a:solidFill>
            </a:endParaRPr>
          </a:p>
        </p:txBody>
      </p:sp>
      <p:cxnSp>
        <p:nvCxnSpPr>
          <p:cNvPr id="13" name="Straight Connector 8">
            <a:extLst>
              <a:ext uri="{FF2B5EF4-FFF2-40B4-BE49-F238E27FC236}">
                <a16:creationId xmlns:a16="http://schemas.microsoft.com/office/drawing/2014/main" id="{08333ECF-A22C-07C0-5978-4675EF37B225}"/>
              </a:ext>
            </a:extLst>
          </p:cNvPr>
          <p:cNvCxnSpPr/>
          <p:nvPr/>
        </p:nvCxnSpPr>
        <p:spPr>
          <a:xfrm>
            <a:off x="0" y="665335"/>
            <a:ext cx="3765665" cy="0"/>
          </a:xfrm>
          <a:prstGeom prst="line">
            <a:avLst/>
          </a:prstGeom>
          <a:ln w="28575">
            <a:solidFill>
              <a:srgbClr val="015559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5">
            <a:extLst>
              <a:ext uri="{FF2B5EF4-FFF2-40B4-BE49-F238E27FC236}">
                <a16:creationId xmlns:a16="http://schemas.microsoft.com/office/drawing/2014/main" id="{51662381-F657-C02F-6E96-F15853EA2C9A}"/>
              </a:ext>
            </a:extLst>
          </p:cNvPr>
          <p:cNvSpPr txBox="1"/>
          <p:nvPr/>
        </p:nvSpPr>
        <p:spPr>
          <a:xfrm>
            <a:off x="307570" y="-5278"/>
            <a:ext cx="730127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Rotis SansSerif Std" panose="020B0502030000020204" pitchFamily="34" charset="0"/>
              </a:rPr>
              <a:t>Dimension Reduction-Example 1</a:t>
            </a:r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4B426AD9-FCB7-9D64-C7DD-DDA248F731D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55858" y="5791905"/>
            <a:ext cx="650789" cy="818960"/>
          </a:xfrm>
          <a:prstGeom prst="rect">
            <a:avLst/>
          </a:prstGeom>
        </p:spPr>
      </p:pic>
      <p:pic>
        <p:nvPicPr>
          <p:cNvPr id="2" name="Imagen 3">
            <a:extLst>
              <a:ext uri="{FF2B5EF4-FFF2-40B4-BE49-F238E27FC236}">
                <a16:creationId xmlns:a16="http://schemas.microsoft.com/office/drawing/2014/main" id="{1C6C99B8-46B9-4CF6-6B25-3C9DA14FC9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5367" y="2468456"/>
            <a:ext cx="4765161" cy="244644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8608C7F-530A-2B73-6A03-4BFE885665F0}"/>
              </a:ext>
            </a:extLst>
          </p:cNvPr>
          <p:cNvSpPr txBox="1"/>
          <p:nvPr/>
        </p:nvSpPr>
        <p:spPr>
          <a:xfrm>
            <a:off x="586981" y="1367965"/>
            <a:ext cx="6148386" cy="46474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1600" b="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# Plot original data</a:t>
            </a:r>
            <a:endParaRPr lang="en-GB" sz="1600" b="0" dirty="0">
              <a:solidFill>
                <a:srgbClr val="3B3B3B"/>
              </a:solidFill>
              <a:effectLst/>
              <a:latin typeface="Menlo" panose="020B0609030804020204" pitchFamily="49" charset="0"/>
            </a:endParaRPr>
          </a:p>
          <a:p>
            <a:pPr>
              <a:buNone/>
            </a:pPr>
            <a:r>
              <a:rPr lang="en-GB" sz="1600" b="0" dirty="0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library</a:t>
            </a:r>
            <a:r>
              <a:rPr lang="en-GB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GB" sz="16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ggplot2</a:t>
            </a:r>
            <a:r>
              <a:rPr lang="en-GB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>
              <a:buNone/>
            </a:pPr>
            <a:r>
              <a:rPr lang="en-GB" sz="16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data1</a:t>
            </a:r>
            <a:r>
              <a:rPr lang="en-GB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&lt;-</a:t>
            </a:r>
            <a:r>
              <a:rPr lang="en-GB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600" b="0" dirty="0" err="1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data.frame</a:t>
            </a:r>
            <a:r>
              <a:rPr lang="en-GB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GB" sz="16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x1</a:t>
            </a:r>
            <a:r>
              <a:rPr lang="en-GB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GB" sz="16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y1</a:t>
            </a:r>
            <a:r>
              <a:rPr lang="en-GB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>
              <a:buNone/>
            </a:pPr>
            <a:r>
              <a:rPr lang="en-GB" sz="16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Fig1</a:t>
            </a:r>
            <a:r>
              <a:rPr lang="en-GB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&lt;-</a:t>
            </a:r>
            <a:r>
              <a:rPr lang="en-GB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60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ggplot</a:t>
            </a:r>
            <a:r>
              <a:rPr lang="en-GB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GB" sz="16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data1</a:t>
            </a:r>
            <a:r>
              <a:rPr lang="en-GB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) </a:t>
            </a:r>
            <a:r>
              <a:rPr lang="en-GB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</a:t>
            </a:r>
            <a:r>
              <a:rPr lang="en-GB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60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geom_point</a:t>
            </a:r>
            <a:r>
              <a:rPr lang="en-GB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GB" sz="160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aes</a:t>
            </a:r>
            <a:r>
              <a:rPr lang="en-GB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GB" sz="16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x</a:t>
            </a:r>
            <a:r>
              <a:rPr lang="en-GB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GB" sz="16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x1</a:t>
            </a:r>
            <a:r>
              <a:rPr lang="en-GB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GB" sz="16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y</a:t>
            </a:r>
            <a:r>
              <a:rPr lang="en-GB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GB" sz="16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y1</a:t>
            </a:r>
            <a:r>
              <a:rPr lang="en-GB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), </a:t>
            </a:r>
            <a:r>
              <a:rPr lang="en-GB" sz="160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color</a:t>
            </a:r>
            <a:r>
              <a:rPr lang="en-GB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GB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6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'red'</a:t>
            </a:r>
            <a:r>
              <a:rPr lang="en-GB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) </a:t>
            </a:r>
            <a:r>
              <a:rPr lang="en-GB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</a:t>
            </a:r>
            <a:endParaRPr lang="en-GB" sz="1600" b="0" dirty="0">
              <a:solidFill>
                <a:srgbClr val="3B3B3B"/>
              </a:solidFill>
              <a:effectLst/>
              <a:latin typeface="Menlo" panose="020B0609030804020204" pitchFamily="49" charset="0"/>
            </a:endParaRPr>
          </a:p>
          <a:p>
            <a:pPr>
              <a:buNone/>
            </a:pPr>
            <a:r>
              <a:rPr lang="en-GB" sz="160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xlab</a:t>
            </a:r>
            <a:r>
              <a:rPr lang="en-GB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GB" sz="16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'x'</a:t>
            </a:r>
            <a:r>
              <a:rPr lang="en-GB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) </a:t>
            </a:r>
            <a:r>
              <a:rPr lang="en-GB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</a:t>
            </a:r>
            <a:r>
              <a:rPr lang="en-GB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60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ylab</a:t>
            </a:r>
            <a:r>
              <a:rPr lang="en-GB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(</a:t>
            </a:r>
            <a:r>
              <a:rPr lang="en-GB" sz="16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'y'</a:t>
            </a:r>
            <a:r>
              <a:rPr lang="en-GB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) </a:t>
            </a:r>
            <a:r>
              <a:rPr lang="en-GB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</a:t>
            </a:r>
            <a:r>
              <a:rPr lang="en-GB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60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theme_classic</a:t>
            </a:r>
            <a:r>
              <a:rPr lang="en-GB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()</a:t>
            </a:r>
          </a:p>
          <a:p>
            <a:pPr>
              <a:buNone/>
            </a:pPr>
            <a:r>
              <a:rPr lang="en-GB" sz="16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Fig1</a:t>
            </a:r>
            <a:endParaRPr lang="en-GB" sz="1600" b="0" dirty="0">
              <a:solidFill>
                <a:srgbClr val="3B3B3B"/>
              </a:solidFill>
              <a:effectLst/>
              <a:latin typeface="Menlo" panose="020B0609030804020204" pitchFamily="49" charset="0"/>
            </a:endParaRPr>
          </a:p>
          <a:p>
            <a:pPr>
              <a:buNone/>
            </a:pPr>
            <a:br>
              <a:rPr lang="en-GB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</a:br>
            <a:endParaRPr lang="en-GB" sz="1600" b="0" dirty="0">
              <a:solidFill>
                <a:srgbClr val="3B3B3B"/>
              </a:solidFill>
              <a:effectLst/>
              <a:latin typeface="Menlo" panose="020B0609030804020204" pitchFamily="49" charset="0"/>
            </a:endParaRPr>
          </a:p>
          <a:p>
            <a:pPr>
              <a:buNone/>
            </a:pPr>
            <a:r>
              <a:rPr lang="en-GB" sz="1600" b="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# Plot rotated data</a:t>
            </a:r>
            <a:endParaRPr lang="en-GB" sz="1600" b="0" dirty="0">
              <a:solidFill>
                <a:srgbClr val="3B3B3B"/>
              </a:solidFill>
              <a:effectLst/>
              <a:latin typeface="Menlo" panose="020B0609030804020204" pitchFamily="49" charset="0"/>
            </a:endParaRPr>
          </a:p>
          <a:p>
            <a:pPr>
              <a:buNone/>
            </a:pPr>
            <a:r>
              <a:rPr lang="en-GB" sz="16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data2</a:t>
            </a:r>
            <a:r>
              <a:rPr lang="en-GB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&lt;-</a:t>
            </a:r>
            <a:r>
              <a:rPr lang="en-GB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600" b="0" dirty="0" err="1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data.frame</a:t>
            </a:r>
            <a:r>
              <a:rPr lang="en-GB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GB" sz="16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PC1</a:t>
            </a:r>
            <a:r>
              <a:rPr lang="en-GB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GB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60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PCs</a:t>
            </a:r>
            <a:r>
              <a:rPr lang="en-GB" sz="1600" b="0" dirty="0" err="1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$</a:t>
            </a:r>
            <a:r>
              <a:rPr lang="en-GB" sz="160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x</a:t>
            </a:r>
            <a:r>
              <a:rPr lang="en-GB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[,</a:t>
            </a:r>
            <a:r>
              <a:rPr lang="en-GB" sz="16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GB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], </a:t>
            </a:r>
            <a:r>
              <a:rPr lang="en-GB" sz="16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PC2</a:t>
            </a:r>
            <a:r>
              <a:rPr lang="en-GB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GB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60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PCs</a:t>
            </a:r>
            <a:r>
              <a:rPr lang="en-GB" sz="1600" b="0" dirty="0" err="1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$</a:t>
            </a:r>
            <a:r>
              <a:rPr lang="en-GB" sz="160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x</a:t>
            </a:r>
            <a:r>
              <a:rPr lang="en-GB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[,</a:t>
            </a:r>
            <a:r>
              <a:rPr lang="en-GB" sz="16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2</a:t>
            </a:r>
            <a:r>
              <a:rPr lang="en-GB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])</a:t>
            </a:r>
          </a:p>
          <a:p>
            <a:pPr>
              <a:buNone/>
            </a:pPr>
            <a:r>
              <a:rPr lang="en-GB" sz="16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Fig2</a:t>
            </a:r>
            <a:r>
              <a:rPr lang="en-GB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&lt;-</a:t>
            </a:r>
            <a:r>
              <a:rPr lang="en-GB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60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ggplot</a:t>
            </a:r>
            <a:r>
              <a:rPr lang="en-GB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GB" sz="16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data2</a:t>
            </a:r>
            <a:r>
              <a:rPr lang="en-GB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) </a:t>
            </a:r>
            <a:r>
              <a:rPr lang="en-GB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</a:t>
            </a:r>
            <a:r>
              <a:rPr lang="en-GB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60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geom_point</a:t>
            </a:r>
            <a:r>
              <a:rPr lang="en-GB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GB" sz="160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aes</a:t>
            </a:r>
            <a:r>
              <a:rPr lang="en-GB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GB" sz="16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x</a:t>
            </a:r>
            <a:r>
              <a:rPr lang="en-GB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GB" sz="16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PC1</a:t>
            </a:r>
            <a:r>
              <a:rPr lang="en-GB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GB" sz="16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y</a:t>
            </a:r>
            <a:r>
              <a:rPr lang="en-GB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GB" sz="16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PC2</a:t>
            </a:r>
            <a:r>
              <a:rPr lang="en-GB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), </a:t>
            </a:r>
            <a:r>
              <a:rPr lang="en-GB" sz="160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color</a:t>
            </a:r>
            <a:r>
              <a:rPr lang="en-GB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GB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6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'red'</a:t>
            </a:r>
            <a:r>
              <a:rPr lang="en-GB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) </a:t>
            </a:r>
            <a:r>
              <a:rPr lang="en-GB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</a:t>
            </a:r>
            <a:endParaRPr lang="en-GB" sz="1600" b="0" dirty="0">
              <a:solidFill>
                <a:srgbClr val="3B3B3B"/>
              </a:solidFill>
              <a:effectLst/>
              <a:latin typeface="Menlo" panose="020B0609030804020204" pitchFamily="49" charset="0"/>
            </a:endParaRPr>
          </a:p>
          <a:p>
            <a:pPr>
              <a:buNone/>
            </a:pPr>
            <a:r>
              <a:rPr lang="en-GB" sz="160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xlab</a:t>
            </a:r>
            <a:r>
              <a:rPr lang="en-GB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GB" sz="16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'PC1'</a:t>
            </a:r>
            <a:r>
              <a:rPr lang="en-GB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) </a:t>
            </a:r>
            <a:r>
              <a:rPr lang="en-GB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</a:t>
            </a:r>
            <a:r>
              <a:rPr lang="en-GB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60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ylab</a:t>
            </a:r>
            <a:r>
              <a:rPr lang="en-GB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(</a:t>
            </a:r>
            <a:r>
              <a:rPr lang="en-GB" sz="16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'PC2'</a:t>
            </a:r>
            <a:r>
              <a:rPr lang="en-GB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) </a:t>
            </a:r>
            <a:r>
              <a:rPr lang="en-GB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</a:t>
            </a:r>
            <a:r>
              <a:rPr lang="en-GB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60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scale_y_continuous</a:t>
            </a:r>
            <a:r>
              <a:rPr lang="en-GB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GB" sz="16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limits</a:t>
            </a:r>
            <a:r>
              <a:rPr lang="en-GB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GB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600" b="0" dirty="0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c</a:t>
            </a:r>
            <a:r>
              <a:rPr lang="en-GB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GB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-</a:t>
            </a:r>
            <a:r>
              <a:rPr lang="en-GB" sz="16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GB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GB" sz="16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GB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))</a:t>
            </a:r>
            <a:r>
              <a:rPr lang="en-GB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</a:t>
            </a:r>
            <a:endParaRPr lang="en-GB" sz="1600" b="0" dirty="0">
              <a:solidFill>
                <a:srgbClr val="3B3B3B"/>
              </a:solidFill>
              <a:effectLst/>
              <a:latin typeface="Menlo" panose="020B0609030804020204" pitchFamily="49" charset="0"/>
            </a:endParaRPr>
          </a:p>
          <a:p>
            <a:pPr>
              <a:buNone/>
            </a:pPr>
            <a:r>
              <a:rPr lang="en-GB" sz="160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theme_classic</a:t>
            </a:r>
            <a:r>
              <a:rPr lang="en-GB" sz="16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()</a:t>
            </a:r>
          </a:p>
          <a:p>
            <a:pPr>
              <a:buNone/>
            </a:pPr>
            <a:r>
              <a:rPr lang="en-GB" sz="16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Fig2</a:t>
            </a:r>
            <a:endParaRPr lang="en-GB" sz="1600" b="0" dirty="0">
              <a:solidFill>
                <a:srgbClr val="3B3B3B"/>
              </a:solidFill>
              <a:effectLst/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30011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F25815-B226-8006-AE1A-2E51714641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95A1F24-9030-C782-E50A-EE1425678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-7749"/>
            <a:ext cx="12192000" cy="369332"/>
          </a:xfrm>
          <a:noFill/>
          <a:ln>
            <a:noFill/>
          </a:ln>
        </p:spPr>
        <p:txBody>
          <a:bodyPr/>
          <a:lstStyle/>
          <a:p>
            <a:fld id="{D668CDBE-A386-F347-A11E-52195C47D667}" type="slidenum">
              <a:rPr lang="en-US" sz="1800" b="1" smtClean="0">
                <a:solidFill>
                  <a:sysClr val="windowText" lastClr="000000"/>
                </a:solidFill>
              </a:rPr>
              <a:t>10</a:t>
            </a:fld>
            <a:endParaRPr lang="en-US" sz="1800" b="1" dirty="0">
              <a:solidFill>
                <a:sysClr val="windowText" lastClr="000000"/>
              </a:solidFill>
            </a:endParaRPr>
          </a:p>
        </p:txBody>
      </p:sp>
      <p:cxnSp>
        <p:nvCxnSpPr>
          <p:cNvPr id="13" name="Straight Connector 8">
            <a:extLst>
              <a:ext uri="{FF2B5EF4-FFF2-40B4-BE49-F238E27FC236}">
                <a16:creationId xmlns:a16="http://schemas.microsoft.com/office/drawing/2014/main" id="{D60B8DB8-2E8F-3ECE-C06B-9B151AFDD75B}"/>
              </a:ext>
            </a:extLst>
          </p:cNvPr>
          <p:cNvCxnSpPr/>
          <p:nvPr/>
        </p:nvCxnSpPr>
        <p:spPr>
          <a:xfrm>
            <a:off x="0" y="665335"/>
            <a:ext cx="3765665" cy="0"/>
          </a:xfrm>
          <a:prstGeom prst="line">
            <a:avLst/>
          </a:prstGeom>
          <a:ln w="28575">
            <a:solidFill>
              <a:srgbClr val="015559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5">
            <a:extLst>
              <a:ext uri="{FF2B5EF4-FFF2-40B4-BE49-F238E27FC236}">
                <a16:creationId xmlns:a16="http://schemas.microsoft.com/office/drawing/2014/main" id="{3C8505B8-93B4-6F96-0059-BCD574358521}"/>
              </a:ext>
            </a:extLst>
          </p:cNvPr>
          <p:cNvSpPr txBox="1"/>
          <p:nvPr/>
        </p:nvSpPr>
        <p:spPr>
          <a:xfrm>
            <a:off x="307570" y="-5278"/>
            <a:ext cx="730127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Rotis SansSerif Std" panose="020B0502030000020204" pitchFamily="34" charset="0"/>
              </a:rPr>
              <a:t>Exercise 1 - errors in components</a:t>
            </a:r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B7556642-1773-74A4-0A12-C018A0E6401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55858" y="5791905"/>
            <a:ext cx="650789" cy="818960"/>
          </a:xfrm>
          <a:prstGeom prst="rect">
            <a:avLst/>
          </a:prstGeom>
        </p:spPr>
      </p:pic>
      <p:sp>
        <p:nvSpPr>
          <p:cNvPr id="3" name="4 Rectángulo">
            <a:extLst>
              <a:ext uri="{FF2B5EF4-FFF2-40B4-BE49-F238E27FC236}">
                <a16:creationId xmlns:a16="http://schemas.microsoft.com/office/drawing/2014/main" id="{1F49874C-C294-DCC9-9EEB-DB53281ABCBE}"/>
              </a:ext>
            </a:extLst>
          </p:cNvPr>
          <p:cNvSpPr/>
          <p:nvPr/>
        </p:nvSpPr>
        <p:spPr>
          <a:xfrm>
            <a:off x="542925" y="1447800"/>
            <a:ext cx="5553075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dirty="0"/>
              <a:t>Assume we have a synthetic time series data set with 14 sequential measures of 60 sensors (x1, …, x14). We have 3 types of </a:t>
            </a:r>
            <a:r>
              <a:rPr lang="en-US" dirty="0" err="1"/>
              <a:t>behavious</a:t>
            </a:r>
            <a:r>
              <a:rPr lang="en-US" dirty="0"/>
              <a:t>: type={“Normal”, ‘Error1’, ‘Error2’}. Each sensor has been labeled </a:t>
            </a:r>
            <a:r>
              <a:rPr lang="en-US" b="1" dirty="0"/>
              <a:t>manually</a:t>
            </a:r>
            <a:r>
              <a:rPr lang="en-US" dirty="0"/>
              <a:t> according to the type of behavior (variable type).</a:t>
            </a:r>
          </a:p>
          <a:p>
            <a:pPr algn="just"/>
            <a:r>
              <a:rPr lang="en-US" dirty="0"/>
              <a:t> </a:t>
            </a:r>
          </a:p>
          <a:p>
            <a:pPr marL="342900" indent="-342900" algn="just">
              <a:buAutoNum type="arabicParenR"/>
            </a:pPr>
            <a:r>
              <a:rPr lang="en-US" dirty="0"/>
              <a:t>Read the file </a:t>
            </a:r>
            <a:r>
              <a:rPr lang="en-US" b="1" dirty="0"/>
              <a:t>components.csv </a:t>
            </a:r>
            <a:r>
              <a:rPr lang="en-US" dirty="0"/>
              <a:t>in available in data folder of Day 2</a:t>
            </a:r>
          </a:p>
          <a:p>
            <a:pPr marL="342900" indent="-342900" algn="just">
              <a:buAutoNum type="arabicParenR"/>
            </a:pPr>
            <a:endParaRPr lang="en-US" dirty="0"/>
          </a:p>
          <a:p>
            <a:pPr marL="342900" indent="-342900" algn="just">
              <a:buAutoNum type="arabicParenR"/>
            </a:pPr>
            <a:r>
              <a:rPr lang="en-US" dirty="0"/>
              <a:t>Calculate the principal components and determine the contribution of the first 2 of them (energy).</a:t>
            </a:r>
          </a:p>
          <a:p>
            <a:pPr marL="342900" indent="-342900" algn="just">
              <a:buAutoNum type="arabicParenR"/>
            </a:pPr>
            <a:endParaRPr lang="en-US" dirty="0"/>
          </a:p>
          <a:p>
            <a:pPr marL="342900" indent="-342900" algn="just">
              <a:buAutoNum type="arabicParenR"/>
            </a:pPr>
            <a:r>
              <a:rPr lang="en-US" dirty="0"/>
              <a:t> Show rotated data coloring each point according to the type of behavior. Can you find mislabeled data?</a:t>
            </a:r>
          </a:p>
          <a:p>
            <a:pPr marL="342900" indent="-342900" algn="just">
              <a:buAutoNum type="arabicParenR"/>
            </a:pPr>
            <a:endParaRPr lang="en-US" dirty="0"/>
          </a:p>
          <a:p>
            <a:pPr marL="342900" indent="-342900" algn="just">
              <a:buAutoNum type="arabicParenR"/>
            </a:pPr>
            <a:r>
              <a:rPr lang="en-US" dirty="0"/>
              <a:t>Save the output figure in the output folder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DF88B6B9-3190-74A0-E8AC-0C41554938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393214" y="1148149"/>
            <a:ext cx="5262168" cy="21951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5935461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8902B7-1A45-8A08-CEB0-234D9BFD88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22456DA-5314-3385-3977-3DF44A8E44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-7749"/>
            <a:ext cx="12192000" cy="369332"/>
          </a:xfrm>
          <a:noFill/>
          <a:ln>
            <a:noFill/>
          </a:ln>
        </p:spPr>
        <p:txBody>
          <a:bodyPr/>
          <a:lstStyle/>
          <a:p>
            <a:fld id="{D668CDBE-A386-F347-A11E-52195C47D667}" type="slidenum">
              <a:rPr lang="en-US" sz="1800" b="1" smtClean="0">
                <a:solidFill>
                  <a:sysClr val="windowText" lastClr="000000"/>
                </a:solidFill>
              </a:rPr>
              <a:t>11</a:t>
            </a:fld>
            <a:endParaRPr lang="en-US" sz="1800" b="1" dirty="0">
              <a:solidFill>
                <a:sysClr val="windowText" lastClr="000000"/>
              </a:solidFill>
            </a:endParaRPr>
          </a:p>
        </p:txBody>
      </p:sp>
      <p:cxnSp>
        <p:nvCxnSpPr>
          <p:cNvPr id="13" name="Straight Connector 8">
            <a:extLst>
              <a:ext uri="{FF2B5EF4-FFF2-40B4-BE49-F238E27FC236}">
                <a16:creationId xmlns:a16="http://schemas.microsoft.com/office/drawing/2014/main" id="{5AFA427C-F510-FCA1-B206-4248752B3681}"/>
              </a:ext>
            </a:extLst>
          </p:cNvPr>
          <p:cNvCxnSpPr/>
          <p:nvPr/>
        </p:nvCxnSpPr>
        <p:spPr>
          <a:xfrm>
            <a:off x="0" y="665335"/>
            <a:ext cx="3765665" cy="0"/>
          </a:xfrm>
          <a:prstGeom prst="line">
            <a:avLst/>
          </a:prstGeom>
          <a:ln w="28575">
            <a:solidFill>
              <a:srgbClr val="015559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5">
            <a:extLst>
              <a:ext uri="{FF2B5EF4-FFF2-40B4-BE49-F238E27FC236}">
                <a16:creationId xmlns:a16="http://schemas.microsoft.com/office/drawing/2014/main" id="{64615B85-283B-0212-412F-5167470538F7}"/>
              </a:ext>
            </a:extLst>
          </p:cNvPr>
          <p:cNvSpPr txBox="1"/>
          <p:nvPr/>
        </p:nvSpPr>
        <p:spPr>
          <a:xfrm>
            <a:off x="307570" y="-5278"/>
            <a:ext cx="730127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Rotis SansSerif Std" panose="020B0502030000020204" pitchFamily="34" charset="0"/>
              </a:rPr>
              <a:t>Exercise 2 - Football</a:t>
            </a:r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5EAEACC9-761C-9648-A990-9649487427B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55858" y="5791905"/>
            <a:ext cx="650789" cy="818960"/>
          </a:xfrm>
          <a:prstGeom prst="rect">
            <a:avLst/>
          </a:prstGeom>
        </p:spPr>
      </p:pic>
      <p:sp>
        <p:nvSpPr>
          <p:cNvPr id="2" name="4 Rectángulo">
            <a:extLst>
              <a:ext uri="{FF2B5EF4-FFF2-40B4-BE49-F238E27FC236}">
                <a16:creationId xmlns:a16="http://schemas.microsoft.com/office/drawing/2014/main" id="{B45830D5-D4B1-CFAD-4218-02A435B38857}"/>
              </a:ext>
            </a:extLst>
          </p:cNvPr>
          <p:cNvSpPr/>
          <p:nvPr/>
        </p:nvSpPr>
        <p:spPr>
          <a:xfrm>
            <a:off x="307570" y="1305341"/>
            <a:ext cx="5657850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dirty="0"/>
              <a:t>In the file FIFA.txt we have a database of football players from 2018. </a:t>
            </a:r>
          </a:p>
          <a:p>
            <a:pPr algn="just"/>
            <a:r>
              <a:rPr lang="en-US" dirty="0"/>
              <a:t> </a:t>
            </a:r>
          </a:p>
          <a:p>
            <a:pPr marL="342900" indent="-342900" algn="just">
              <a:buAutoNum type="arabicParenR"/>
            </a:pPr>
            <a:r>
              <a:rPr lang="en-US" dirty="0"/>
              <a:t>Read the file </a:t>
            </a:r>
            <a:r>
              <a:rPr lang="en-US" b="1" dirty="0"/>
              <a:t>FIFA.txt </a:t>
            </a:r>
            <a:r>
              <a:rPr lang="en-US" dirty="0"/>
              <a:t>available in data folder of Day 2</a:t>
            </a:r>
          </a:p>
          <a:p>
            <a:pPr marL="342900" indent="-342900" algn="just">
              <a:buAutoNum type="arabicParenR"/>
            </a:pPr>
            <a:endParaRPr lang="en-US" dirty="0"/>
          </a:p>
          <a:p>
            <a:pPr marL="342900" indent="-342900" algn="just">
              <a:buAutoNum type="arabicParenR"/>
            </a:pPr>
            <a:r>
              <a:rPr lang="en-US" dirty="0"/>
              <a:t>Keep only the variables from ‘Acceleration’ to ‘Volleys’ and ‘</a:t>
            </a:r>
            <a:r>
              <a:rPr lang="en-US" dirty="0" err="1"/>
              <a:t>Preferred.Positions</a:t>
            </a:r>
            <a:r>
              <a:rPr lang="en-US" dirty="0"/>
              <a:t>’</a:t>
            </a:r>
          </a:p>
          <a:p>
            <a:pPr marL="342900" indent="-342900" algn="just">
              <a:buAutoNum type="arabicParenR"/>
            </a:pPr>
            <a:endParaRPr lang="en-US" dirty="0"/>
          </a:p>
          <a:p>
            <a:pPr marL="342900" indent="-342900" algn="just">
              <a:buAutoNum type="arabicParenR"/>
            </a:pPr>
            <a:r>
              <a:rPr lang="en-US" dirty="0"/>
              <a:t> Show rotated data coloring each point according to the type of behavior, similar to the figure on the right. Which insights can you obtain from it?</a:t>
            </a:r>
          </a:p>
          <a:p>
            <a:pPr marL="342900" indent="-342900" algn="just">
              <a:buAutoNum type="arabicParenR"/>
            </a:pPr>
            <a:endParaRPr lang="es-ES_tradnl" dirty="0"/>
          </a:p>
          <a:p>
            <a:pPr algn="just"/>
            <a:r>
              <a:rPr lang="es-ES_tradnl" dirty="0" err="1"/>
              <a:t>Hints</a:t>
            </a:r>
            <a:r>
              <a:rPr lang="es-ES_tradnl" dirty="0"/>
              <a:t>: </a:t>
            </a:r>
            <a:r>
              <a:rPr lang="es-ES_tradnl" dirty="0" err="1"/>
              <a:t>convert</a:t>
            </a:r>
            <a:r>
              <a:rPr lang="es-ES_tradnl" dirty="0"/>
              <a:t> data as </a:t>
            </a:r>
            <a:r>
              <a:rPr lang="es-ES_tradnl" dirty="0" err="1"/>
              <a:t>numeric</a:t>
            </a:r>
            <a:r>
              <a:rPr lang="es-ES_tradnl" dirty="0"/>
              <a:t> </a:t>
            </a:r>
            <a:r>
              <a:rPr lang="es-ES_tradnl" dirty="0" err="1"/>
              <a:t>when</a:t>
            </a:r>
            <a:r>
              <a:rPr lang="es-ES_tradnl" dirty="0"/>
              <a:t> </a:t>
            </a:r>
            <a:r>
              <a:rPr lang="es-ES_tradnl" dirty="0" err="1"/>
              <a:t>required</a:t>
            </a:r>
            <a:r>
              <a:rPr lang="es-ES_tradnl" dirty="0"/>
              <a:t>; use </a:t>
            </a:r>
            <a:r>
              <a:rPr lang="es-ES_tradnl" dirty="0" err="1"/>
              <a:t>the</a:t>
            </a:r>
            <a:r>
              <a:rPr lang="es-ES_tradnl" dirty="0"/>
              <a:t> </a:t>
            </a:r>
            <a:r>
              <a:rPr lang="es-ES_tradnl" dirty="0" err="1"/>
              <a:t>package</a:t>
            </a:r>
            <a:r>
              <a:rPr lang="es-ES_tradnl" dirty="0"/>
              <a:t> </a:t>
            </a:r>
            <a:r>
              <a:rPr lang="es-ES_tradnl" b="1" dirty="0" err="1"/>
              <a:t>stringr</a:t>
            </a:r>
            <a:r>
              <a:rPr lang="es-ES_tradnl" dirty="0"/>
              <a:t> and </a:t>
            </a:r>
            <a:r>
              <a:rPr lang="es-ES_tradnl" dirty="0" err="1"/>
              <a:t>the</a:t>
            </a:r>
            <a:r>
              <a:rPr lang="es-ES_tradnl" dirty="0"/>
              <a:t> </a:t>
            </a:r>
            <a:r>
              <a:rPr lang="es-ES_tradnl" dirty="0" err="1"/>
              <a:t>function</a:t>
            </a:r>
            <a:r>
              <a:rPr lang="es-ES_tradnl" dirty="0"/>
              <a:t> </a:t>
            </a:r>
            <a:r>
              <a:rPr lang="es-ES_tradnl" b="1" dirty="0" err="1"/>
              <a:t>str_split</a:t>
            </a:r>
            <a:r>
              <a:rPr lang="es-ES_tradnl" b="1" dirty="0"/>
              <a:t> </a:t>
            </a:r>
            <a:r>
              <a:rPr lang="es-ES_tradnl" dirty="0" err="1"/>
              <a:t>to</a:t>
            </a:r>
            <a:r>
              <a:rPr lang="es-ES_tradnl" dirty="0"/>
              <a:t> </a:t>
            </a:r>
            <a:r>
              <a:rPr lang="es-ES_tradnl" dirty="0" err="1"/>
              <a:t>extract</a:t>
            </a:r>
            <a:r>
              <a:rPr lang="es-ES_tradnl" dirty="0"/>
              <a:t> </a:t>
            </a:r>
            <a:r>
              <a:rPr lang="es-ES_tradnl" dirty="0" err="1"/>
              <a:t>the</a:t>
            </a:r>
            <a:r>
              <a:rPr lang="es-ES_tradnl" dirty="0"/>
              <a:t> </a:t>
            </a:r>
            <a:r>
              <a:rPr lang="es-ES_tradnl" dirty="0" err="1"/>
              <a:t>first</a:t>
            </a:r>
            <a:r>
              <a:rPr lang="es-ES_tradnl" dirty="0"/>
              <a:t> position (</a:t>
            </a:r>
            <a:r>
              <a:rPr lang="es-ES_tradnl" dirty="0" err="1"/>
              <a:t>some</a:t>
            </a:r>
            <a:r>
              <a:rPr lang="es-ES_tradnl" dirty="0"/>
              <a:t> </a:t>
            </a:r>
            <a:r>
              <a:rPr lang="es-ES_tradnl" dirty="0" err="1"/>
              <a:t>players</a:t>
            </a:r>
            <a:r>
              <a:rPr lang="es-ES_tradnl" dirty="0"/>
              <a:t> </a:t>
            </a:r>
            <a:r>
              <a:rPr lang="es-ES_tradnl" dirty="0" err="1"/>
              <a:t>may</a:t>
            </a:r>
            <a:r>
              <a:rPr lang="es-ES_tradnl" dirty="0"/>
              <a:t> </a:t>
            </a:r>
            <a:r>
              <a:rPr lang="es-ES_tradnl" dirty="0" err="1"/>
              <a:t>have</a:t>
            </a:r>
            <a:r>
              <a:rPr lang="es-ES_tradnl" dirty="0"/>
              <a:t> more </a:t>
            </a:r>
            <a:r>
              <a:rPr lang="es-ES_tradnl" dirty="0" err="1"/>
              <a:t>than</a:t>
            </a:r>
            <a:r>
              <a:rPr lang="es-ES_tradnl" dirty="0"/>
              <a:t> </a:t>
            </a:r>
            <a:r>
              <a:rPr lang="es-ES_tradnl" dirty="0" err="1"/>
              <a:t>one</a:t>
            </a:r>
            <a:r>
              <a:rPr lang="es-ES_tradnl" dirty="0"/>
              <a:t>)</a:t>
            </a:r>
            <a:endParaRPr lang="en-US" dirty="0"/>
          </a:p>
        </p:txBody>
      </p:sp>
      <p:pic>
        <p:nvPicPr>
          <p:cNvPr id="5" name="Imagen 2">
            <a:extLst>
              <a:ext uri="{FF2B5EF4-FFF2-40B4-BE49-F238E27FC236}">
                <a16:creationId xmlns:a16="http://schemas.microsoft.com/office/drawing/2014/main" id="{2A3260E9-C848-A224-EAB2-8EBE866BB93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3453" y="1467266"/>
            <a:ext cx="4727655" cy="3671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59539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25ED3A-E336-2888-90EA-7C8F6F6A8F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A75B778-8382-2E15-9A44-AC8F1BD1CE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-7749"/>
            <a:ext cx="12192000" cy="369332"/>
          </a:xfrm>
          <a:noFill/>
          <a:ln>
            <a:noFill/>
          </a:ln>
        </p:spPr>
        <p:txBody>
          <a:bodyPr/>
          <a:lstStyle/>
          <a:p>
            <a:fld id="{D668CDBE-A386-F347-A11E-52195C47D667}" type="slidenum">
              <a:rPr lang="en-US" sz="1800" b="1" smtClean="0">
                <a:solidFill>
                  <a:sysClr val="windowText" lastClr="000000"/>
                </a:solidFill>
              </a:rPr>
              <a:t>12</a:t>
            </a:fld>
            <a:endParaRPr lang="en-US" sz="1800" b="1" dirty="0">
              <a:solidFill>
                <a:sysClr val="windowText" lastClr="000000"/>
              </a:solidFill>
            </a:endParaRPr>
          </a:p>
        </p:txBody>
      </p:sp>
      <p:cxnSp>
        <p:nvCxnSpPr>
          <p:cNvPr id="13" name="Straight Connector 8">
            <a:extLst>
              <a:ext uri="{FF2B5EF4-FFF2-40B4-BE49-F238E27FC236}">
                <a16:creationId xmlns:a16="http://schemas.microsoft.com/office/drawing/2014/main" id="{9CB4B476-086E-2C98-4BE8-9510F65A9D06}"/>
              </a:ext>
            </a:extLst>
          </p:cNvPr>
          <p:cNvCxnSpPr/>
          <p:nvPr/>
        </p:nvCxnSpPr>
        <p:spPr>
          <a:xfrm>
            <a:off x="0" y="665335"/>
            <a:ext cx="3765665" cy="0"/>
          </a:xfrm>
          <a:prstGeom prst="line">
            <a:avLst/>
          </a:prstGeom>
          <a:ln w="28575">
            <a:solidFill>
              <a:srgbClr val="015559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5">
            <a:extLst>
              <a:ext uri="{FF2B5EF4-FFF2-40B4-BE49-F238E27FC236}">
                <a16:creationId xmlns:a16="http://schemas.microsoft.com/office/drawing/2014/main" id="{EE880FCE-CEF9-B73A-01C9-5708F784AAE1}"/>
              </a:ext>
            </a:extLst>
          </p:cNvPr>
          <p:cNvSpPr txBox="1"/>
          <p:nvPr/>
        </p:nvSpPr>
        <p:spPr>
          <a:xfrm>
            <a:off x="307570" y="-5278"/>
            <a:ext cx="730127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Rotis SansSerif Std" panose="020B0502030000020204" pitchFamily="34" charset="0"/>
              </a:rPr>
              <a:t>GitHub and copilot</a:t>
            </a:r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B2FAAC07-478F-66E5-5F9D-E2D79CE7D6C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55858" y="5791905"/>
            <a:ext cx="650789" cy="818960"/>
          </a:xfrm>
          <a:prstGeom prst="rect">
            <a:avLst/>
          </a:prstGeom>
        </p:spPr>
      </p:pic>
      <p:pic>
        <p:nvPicPr>
          <p:cNvPr id="1028" name="Picture 4" descr="Qué es GitHub y por qué es útil en la actualidad 💻 | HACK A BOSS">
            <a:extLst>
              <a:ext uri="{FF2B5EF4-FFF2-40B4-BE49-F238E27FC236}">
                <a16:creationId xmlns:a16="http://schemas.microsoft.com/office/drawing/2014/main" id="{24181FC1-0AB2-8B5C-8522-7806BCA9B8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570" y="1981200"/>
            <a:ext cx="4351311" cy="2895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GitHub Copilot: el asistente de IA para desarrolladores más popular">
            <a:extLst>
              <a:ext uri="{FF2B5EF4-FFF2-40B4-BE49-F238E27FC236}">
                <a16:creationId xmlns:a16="http://schemas.microsoft.com/office/drawing/2014/main" id="{6D671C95-D89D-81ED-0855-C68FFA3CF9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8549" y="2359025"/>
            <a:ext cx="4747571" cy="2139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F1F8F1C-BA7D-344C-348C-10036905195E}"/>
              </a:ext>
            </a:extLst>
          </p:cNvPr>
          <p:cNvSpPr txBox="1"/>
          <p:nvPr/>
        </p:nvSpPr>
        <p:spPr>
          <a:xfrm>
            <a:off x="714375" y="5076825"/>
            <a:ext cx="259910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Control de </a:t>
            </a:r>
            <a:r>
              <a:rPr lang="en-US" dirty="0" err="1"/>
              <a:t>versiones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Facilita</a:t>
            </a:r>
            <a:r>
              <a:rPr lang="en-US" dirty="0"/>
              <a:t> la </a:t>
            </a:r>
            <a:r>
              <a:rPr lang="en-US" dirty="0" err="1"/>
              <a:t>colaboración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1C79BF9-5C6F-652E-FFAD-7C2127F4DAC1}"/>
              </a:ext>
            </a:extLst>
          </p:cNvPr>
          <p:cNvSpPr txBox="1"/>
          <p:nvPr/>
        </p:nvSpPr>
        <p:spPr>
          <a:xfrm>
            <a:off x="6638925" y="4943475"/>
            <a:ext cx="401802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IA </a:t>
            </a:r>
            <a:r>
              <a:rPr lang="en-US" dirty="0" err="1"/>
              <a:t>desarrollada</a:t>
            </a:r>
            <a:r>
              <a:rPr lang="en-US" dirty="0"/>
              <a:t> </a:t>
            </a: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github</a:t>
            </a:r>
            <a:r>
              <a:rPr lang="en-US" dirty="0"/>
              <a:t> y </a:t>
            </a:r>
            <a:r>
              <a:rPr lang="en-US" dirty="0" err="1"/>
              <a:t>microsoft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suguiere</a:t>
            </a:r>
            <a:r>
              <a:rPr lang="en-US" dirty="0"/>
              <a:t> </a:t>
            </a:r>
            <a:r>
              <a:rPr lang="en-US" dirty="0" err="1"/>
              <a:t>código</a:t>
            </a:r>
            <a:r>
              <a:rPr lang="en-US" dirty="0"/>
              <a:t> </a:t>
            </a:r>
            <a:r>
              <a:rPr lang="en-US" dirty="0" err="1"/>
              <a:t>mientras</a:t>
            </a:r>
            <a:r>
              <a:rPr lang="en-US" dirty="0"/>
              <a:t> escribes</a:t>
            </a:r>
          </a:p>
        </p:txBody>
      </p:sp>
    </p:spTree>
    <p:extLst>
      <p:ext uri="{BB962C8B-B14F-4D97-AF65-F5344CB8AC3E}">
        <p14:creationId xmlns:p14="http://schemas.microsoft.com/office/powerpoint/2010/main" val="27166672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6C92BE-85B3-63B9-102E-ABD4880D59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E60541C-2163-96D9-8BD1-7654A7B082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-7749"/>
            <a:ext cx="12192000" cy="369332"/>
          </a:xfrm>
          <a:noFill/>
          <a:ln>
            <a:noFill/>
          </a:ln>
        </p:spPr>
        <p:txBody>
          <a:bodyPr/>
          <a:lstStyle/>
          <a:p>
            <a:fld id="{D668CDBE-A386-F347-A11E-52195C47D667}" type="slidenum">
              <a:rPr lang="en-US" sz="1800" b="1" smtClean="0">
                <a:solidFill>
                  <a:sysClr val="windowText" lastClr="000000"/>
                </a:solidFill>
              </a:rPr>
              <a:t>13</a:t>
            </a:fld>
            <a:endParaRPr lang="en-US" sz="1800" b="1" dirty="0">
              <a:solidFill>
                <a:sysClr val="windowText" lastClr="000000"/>
              </a:solidFill>
            </a:endParaRPr>
          </a:p>
        </p:txBody>
      </p:sp>
      <p:cxnSp>
        <p:nvCxnSpPr>
          <p:cNvPr id="13" name="Straight Connector 8">
            <a:extLst>
              <a:ext uri="{FF2B5EF4-FFF2-40B4-BE49-F238E27FC236}">
                <a16:creationId xmlns:a16="http://schemas.microsoft.com/office/drawing/2014/main" id="{BF2862F2-6107-C0CE-18F1-174466734C84}"/>
              </a:ext>
            </a:extLst>
          </p:cNvPr>
          <p:cNvCxnSpPr/>
          <p:nvPr/>
        </p:nvCxnSpPr>
        <p:spPr>
          <a:xfrm>
            <a:off x="0" y="665335"/>
            <a:ext cx="3765665" cy="0"/>
          </a:xfrm>
          <a:prstGeom prst="line">
            <a:avLst/>
          </a:prstGeom>
          <a:ln w="28575">
            <a:solidFill>
              <a:srgbClr val="015559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5">
            <a:extLst>
              <a:ext uri="{FF2B5EF4-FFF2-40B4-BE49-F238E27FC236}">
                <a16:creationId xmlns:a16="http://schemas.microsoft.com/office/drawing/2014/main" id="{EBFE394B-D8E8-7F7C-997D-779C03308237}"/>
              </a:ext>
            </a:extLst>
          </p:cNvPr>
          <p:cNvSpPr txBox="1"/>
          <p:nvPr/>
        </p:nvSpPr>
        <p:spPr>
          <a:xfrm>
            <a:off x="307570" y="-5278"/>
            <a:ext cx="730127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Rotis SansSerif Std" panose="020B0502030000020204" pitchFamily="34" charset="0"/>
              </a:rPr>
              <a:t>GitHub and copilot</a:t>
            </a:r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067AEC82-69F9-F4DB-ACA0-F516B27E4AE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55858" y="5791905"/>
            <a:ext cx="650789" cy="818960"/>
          </a:xfrm>
          <a:prstGeom prst="rect">
            <a:avLst/>
          </a:prstGeom>
        </p:spPr>
      </p:pic>
      <p:pic>
        <p:nvPicPr>
          <p:cNvPr id="1028" name="Picture 4" descr="Qué es GitHub y por qué es útil en la actualidad 💻 | HACK A BOSS">
            <a:extLst>
              <a:ext uri="{FF2B5EF4-FFF2-40B4-BE49-F238E27FC236}">
                <a16:creationId xmlns:a16="http://schemas.microsoft.com/office/drawing/2014/main" id="{CA6DCACB-96D7-B4D2-A366-455EA2F562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570" y="1981200"/>
            <a:ext cx="4351311" cy="2895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2E1ABCB-DEB7-F2CE-958B-0FFF058629FF}"/>
              </a:ext>
            </a:extLst>
          </p:cNvPr>
          <p:cNvSpPr txBox="1"/>
          <p:nvPr/>
        </p:nvSpPr>
        <p:spPr>
          <a:xfrm>
            <a:off x="5562600" y="1305341"/>
            <a:ext cx="588645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 err="1"/>
              <a:t>Respositorio</a:t>
            </a:r>
            <a:r>
              <a:rPr lang="en-US" dirty="0"/>
              <a:t> “</a:t>
            </a:r>
            <a:r>
              <a:rPr lang="en-US" dirty="0" err="1"/>
              <a:t>en</a:t>
            </a:r>
            <a:r>
              <a:rPr lang="en-US" dirty="0"/>
              <a:t> la </a:t>
            </a:r>
            <a:r>
              <a:rPr lang="en-US" dirty="0" err="1"/>
              <a:t>nube</a:t>
            </a:r>
            <a:r>
              <a:rPr lang="en-US" dirty="0"/>
              <a:t>”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 err="1"/>
              <a:t>Descargar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repositorio</a:t>
            </a:r>
            <a:r>
              <a:rPr lang="en-US" dirty="0"/>
              <a:t> (git clone)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 err="1"/>
              <a:t>Actualizar</a:t>
            </a:r>
            <a:r>
              <a:rPr lang="en-US" dirty="0"/>
              <a:t> </a:t>
            </a:r>
            <a:r>
              <a:rPr lang="en-US" dirty="0" err="1"/>
              <a:t>código</a:t>
            </a:r>
            <a:r>
              <a:rPr lang="en-US" dirty="0"/>
              <a:t>: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 err="1"/>
              <a:t>Actualizar</a:t>
            </a:r>
            <a:r>
              <a:rPr lang="en-US" dirty="0"/>
              <a:t> mi </a:t>
            </a:r>
            <a:r>
              <a:rPr lang="en-US" dirty="0" err="1"/>
              <a:t>ordenador</a:t>
            </a:r>
            <a:r>
              <a:rPr lang="en-US" dirty="0"/>
              <a:t> con la </a:t>
            </a:r>
            <a:r>
              <a:rPr lang="en-US" dirty="0" err="1"/>
              <a:t>última</a:t>
            </a:r>
            <a:r>
              <a:rPr lang="en-US" dirty="0"/>
              <a:t> </a:t>
            </a:r>
            <a:r>
              <a:rPr lang="en-US" dirty="0" err="1"/>
              <a:t>versión</a:t>
            </a:r>
            <a:r>
              <a:rPr lang="en-US" dirty="0"/>
              <a:t> (pull)</a:t>
            </a:r>
            <a:br>
              <a:rPr lang="en-US" dirty="0"/>
            </a:br>
            <a:r>
              <a:rPr lang="en-US" b="1" dirty="0"/>
              <a:t>git pull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/>
              <a:t>Hacer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cambios</a:t>
            </a:r>
            <a:r>
              <a:rPr lang="en-US" dirty="0"/>
              <a:t> </a:t>
            </a:r>
            <a:r>
              <a:rPr lang="en-US" dirty="0" err="1"/>
              <a:t>necesarios</a:t>
            </a:r>
            <a:r>
              <a:rPr lang="en-US" dirty="0"/>
              <a:t>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/>
              <a:t>Subir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cambios</a:t>
            </a:r>
            <a:r>
              <a:rPr lang="en-US" dirty="0"/>
              <a:t> a la </a:t>
            </a:r>
            <a:r>
              <a:rPr lang="en-US" dirty="0" err="1"/>
              <a:t>nube</a:t>
            </a:r>
            <a:r>
              <a:rPr lang="en-US" dirty="0"/>
              <a:t>:</a:t>
            </a:r>
          </a:p>
          <a:p>
            <a:pPr marL="1257300" lvl="2" indent="-342900">
              <a:buFont typeface="+mj-lt"/>
              <a:buAutoNum type="arabicPeriod"/>
            </a:pPr>
            <a:r>
              <a:rPr lang="en-US" dirty="0"/>
              <a:t>Crear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nueva</a:t>
            </a:r>
            <a:r>
              <a:rPr lang="en-US" dirty="0"/>
              <a:t> </a:t>
            </a:r>
            <a:r>
              <a:rPr lang="en-US" dirty="0" err="1"/>
              <a:t>versión</a:t>
            </a:r>
            <a:r>
              <a:rPr lang="en-US" dirty="0"/>
              <a:t>: commit</a:t>
            </a:r>
            <a:br>
              <a:rPr lang="en-US" dirty="0"/>
            </a:br>
            <a:r>
              <a:rPr lang="en-US" dirty="0"/>
              <a:t>	</a:t>
            </a:r>
            <a:r>
              <a:rPr lang="en-US" b="1" dirty="0"/>
              <a:t>git add</a:t>
            </a:r>
            <a:br>
              <a:rPr lang="en-US" b="1" dirty="0"/>
            </a:br>
            <a:r>
              <a:rPr lang="en-US" dirty="0"/>
              <a:t>	</a:t>
            </a:r>
            <a:r>
              <a:rPr lang="en-US" b="1" dirty="0"/>
              <a:t>git commit</a:t>
            </a:r>
          </a:p>
          <a:p>
            <a:pPr marL="1257300" lvl="2" indent="-342900">
              <a:buFont typeface="+mj-lt"/>
              <a:buAutoNum type="arabicPeriod"/>
            </a:pPr>
            <a:r>
              <a:rPr lang="en-US" dirty="0"/>
              <a:t>Subir la </a:t>
            </a:r>
            <a:r>
              <a:rPr lang="en-US" dirty="0" err="1"/>
              <a:t>nueva</a:t>
            </a:r>
            <a:r>
              <a:rPr lang="en-US" dirty="0"/>
              <a:t> </a:t>
            </a:r>
            <a:r>
              <a:rPr lang="en-US" dirty="0" err="1"/>
              <a:t>versión</a:t>
            </a:r>
            <a:r>
              <a:rPr lang="en-US" dirty="0"/>
              <a:t> al </a:t>
            </a:r>
            <a:r>
              <a:rPr lang="en-US" dirty="0" err="1"/>
              <a:t>repositorio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	</a:t>
            </a:r>
            <a:r>
              <a:rPr lang="en-US" b="1" dirty="0"/>
              <a:t>git push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5025EE-D444-30FC-51F0-8041800F6F4B}"/>
              </a:ext>
            </a:extLst>
          </p:cNvPr>
          <p:cNvSpPr txBox="1"/>
          <p:nvPr/>
        </p:nvSpPr>
        <p:spPr>
          <a:xfrm>
            <a:off x="4052039" y="6192664"/>
            <a:ext cx="35568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https://</a:t>
            </a:r>
            <a:r>
              <a:rPr lang="en-US" dirty="0" err="1"/>
              <a:t>github.com</a:t>
            </a:r>
            <a:r>
              <a:rPr lang="en-US" dirty="0"/>
              <a:t>/features/copilot</a:t>
            </a:r>
          </a:p>
        </p:txBody>
      </p:sp>
    </p:spTree>
    <p:extLst>
      <p:ext uri="{BB962C8B-B14F-4D97-AF65-F5344CB8AC3E}">
        <p14:creationId xmlns:p14="http://schemas.microsoft.com/office/powerpoint/2010/main" val="38359575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CC2CDB-6EB7-D7D2-3F74-CFD51E5FCD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F0F3FCE-E83A-459E-730C-438205ADC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-7749"/>
            <a:ext cx="12192000" cy="369332"/>
          </a:xfrm>
          <a:noFill/>
          <a:ln>
            <a:noFill/>
          </a:ln>
        </p:spPr>
        <p:txBody>
          <a:bodyPr/>
          <a:lstStyle/>
          <a:p>
            <a:fld id="{D668CDBE-A386-F347-A11E-52195C47D667}" type="slidenum">
              <a:rPr lang="en-US" sz="1800" b="1" smtClean="0">
                <a:solidFill>
                  <a:sysClr val="windowText" lastClr="000000"/>
                </a:solidFill>
              </a:rPr>
              <a:t>14</a:t>
            </a:fld>
            <a:endParaRPr lang="en-US" sz="1800" b="1" dirty="0">
              <a:solidFill>
                <a:sysClr val="windowText" lastClr="000000"/>
              </a:solidFill>
            </a:endParaRPr>
          </a:p>
        </p:txBody>
      </p:sp>
      <p:cxnSp>
        <p:nvCxnSpPr>
          <p:cNvPr id="13" name="Straight Connector 8">
            <a:extLst>
              <a:ext uri="{FF2B5EF4-FFF2-40B4-BE49-F238E27FC236}">
                <a16:creationId xmlns:a16="http://schemas.microsoft.com/office/drawing/2014/main" id="{736022AF-E449-233B-D434-A8F3FE6364FB}"/>
              </a:ext>
            </a:extLst>
          </p:cNvPr>
          <p:cNvCxnSpPr/>
          <p:nvPr/>
        </p:nvCxnSpPr>
        <p:spPr>
          <a:xfrm>
            <a:off x="0" y="665335"/>
            <a:ext cx="3765665" cy="0"/>
          </a:xfrm>
          <a:prstGeom prst="line">
            <a:avLst/>
          </a:prstGeom>
          <a:ln w="28575">
            <a:solidFill>
              <a:srgbClr val="015559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5">
            <a:extLst>
              <a:ext uri="{FF2B5EF4-FFF2-40B4-BE49-F238E27FC236}">
                <a16:creationId xmlns:a16="http://schemas.microsoft.com/office/drawing/2014/main" id="{2649BA4B-7A50-788B-7F32-03E8CB43C922}"/>
              </a:ext>
            </a:extLst>
          </p:cNvPr>
          <p:cNvSpPr txBox="1"/>
          <p:nvPr/>
        </p:nvSpPr>
        <p:spPr>
          <a:xfrm>
            <a:off x="307570" y="-5278"/>
            <a:ext cx="730127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err="1">
                <a:latin typeface="Rotis SansSerif Std" panose="020B0502030000020204" pitchFamily="34" charset="0"/>
              </a:rPr>
              <a:t>Trabajo</a:t>
            </a:r>
            <a:r>
              <a:rPr lang="en-US" sz="3200" b="1" dirty="0">
                <a:latin typeface="Rotis SansSerif Std" panose="020B0502030000020204" pitchFamily="34" charset="0"/>
              </a:rPr>
              <a:t> </a:t>
            </a:r>
            <a:r>
              <a:rPr lang="en-US" sz="3200" b="1" dirty="0" err="1">
                <a:latin typeface="Rotis SansSerif Std" panose="020B0502030000020204" pitchFamily="34" charset="0"/>
              </a:rPr>
              <a:t>Asignatura</a:t>
            </a:r>
            <a:endParaRPr lang="en-US" sz="3200" b="1" dirty="0">
              <a:latin typeface="Rotis SansSerif Std" panose="020B0502030000020204" pitchFamily="34" charset="0"/>
            </a:endParaRPr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F1CC34D0-43CD-D76A-B6BC-B3B786D4DCB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55858" y="5791905"/>
            <a:ext cx="650789" cy="81896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B6FC058-AE18-1869-C5CE-AE0320ACEF62}"/>
              </a:ext>
            </a:extLst>
          </p:cNvPr>
          <p:cNvSpPr txBox="1"/>
          <p:nvPr/>
        </p:nvSpPr>
        <p:spPr>
          <a:xfrm>
            <a:off x="307570" y="1645583"/>
            <a:ext cx="1110863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El </a:t>
            </a:r>
            <a:r>
              <a:rPr lang="en-GB" dirty="0" err="1"/>
              <a:t>trabajo</a:t>
            </a:r>
            <a:r>
              <a:rPr lang="en-GB" dirty="0"/>
              <a:t> </a:t>
            </a:r>
            <a:r>
              <a:rPr lang="en-GB" dirty="0" err="1"/>
              <a:t>consiste</a:t>
            </a:r>
            <a:r>
              <a:rPr lang="en-GB" dirty="0"/>
              <a:t> </a:t>
            </a:r>
            <a:r>
              <a:rPr lang="en-GB" dirty="0" err="1"/>
              <a:t>en</a:t>
            </a:r>
            <a:r>
              <a:rPr lang="en-GB" dirty="0"/>
              <a:t> </a:t>
            </a:r>
            <a:r>
              <a:rPr lang="en-GB" dirty="0" err="1"/>
              <a:t>analizar</a:t>
            </a:r>
            <a:r>
              <a:rPr lang="en-GB" dirty="0"/>
              <a:t> un dataset </a:t>
            </a:r>
            <a:r>
              <a:rPr lang="en-GB" dirty="0" err="1"/>
              <a:t>libremente</a:t>
            </a:r>
            <a:r>
              <a:rPr lang="en-GB" dirty="0"/>
              <a:t> </a:t>
            </a:r>
            <a:r>
              <a:rPr lang="en-GB" dirty="0" err="1"/>
              <a:t>elegido</a:t>
            </a:r>
            <a:r>
              <a:rPr lang="en-GB" dirty="0"/>
              <a:t> </a:t>
            </a:r>
            <a:r>
              <a:rPr lang="en-GB" dirty="0" err="1"/>
              <a:t>por</a:t>
            </a:r>
            <a:r>
              <a:rPr lang="en-GB" dirty="0"/>
              <a:t> </a:t>
            </a:r>
            <a:r>
              <a:rPr lang="en-GB" dirty="0" err="1"/>
              <a:t>cada</a:t>
            </a:r>
            <a:r>
              <a:rPr lang="en-GB" dirty="0"/>
              <a:t> </a:t>
            </a:r>
            <a:r>
              <a:rPr lang="en-GB" dirty="0" err="1"/>
              <a:t>grupo</a:t>
            </a:r>
            <a:r>
              <a:rPr lang="en-GB" dirty="0"/>
              <a:t>, </a:t>
            </a:r>
            <a:r>
              <a:rPr lang="en-GB" dirty="0" err="1"/>
              <a:t>que</a:t>
            </a:r>
            <a:r>
              <a:rPr lang="en-GB" dirty="0"/>
              <a:t> </a:t>
            </a:r>
            <a:r>
              <a:rPr lang="en-GB" dirty="0" err="1"/>
              <a:t>constará</a:t>
            </a:r>
            <a:r>
              <a:rPr lang="en-GB" dirty="0"/>
              <a:t> de 2 </a:t>
            </a:r>
            <a:r>
              <a:rPr lang="en-GB" dirty="0" err="1"/>
              <a:t>alumnos</a:t>
            </a:r>
            <a:r>
              <a:rPr lang="en-GB" dirty="0"/>
              <a:t>. </a:t>
            </a:r>
          </a:p>
          <a:p>
            <a:br>
              <a:rPr lang="en-GB" dirty="0"/>
            </a:b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El </a:t>
            </a:r>
            <a:r>
              <a:rPr lang="en-GB" dirty="0" err="1"/>
              <a:t>objetivo</a:t>
            </a:r>
            <a:r>
              <a:rPr lang="en-GB" dirty="0"/>
              <a:t> es </a:t>
            </a:r>
            <a:r>
              <a:rPr lang="en-GB" dirty="0" err="1"/>
              <a:t>que</a:t>
            </a:r>
            <a:r>
              <a:rPr lang="en-GB" dirty="0"/>
              <a:t> </a:t>
            </a:r>
            <a:r>
              <a:rPr lang="en-GB" dirty="0" err="1"/>
              <a:t>cada</a:t>
            </a:r>
            <a:r>
              <a:rPr lang="en-GB" dirty="0"/>
              <a:t> </a:t>
            </a:r>
            <a:r>
              <a:rPr lang="en-GB" dirty="0" err="1"/>
              <a:t>grupo</a:t>
            </a:r>
            <a:r>
              <a:rPr lang="en-GB" dirty="0"/>
              <a:t> sea </a:t>
            </a:r>
            <a:r>
              <a:rPr lang="en-GB" dirty="0" err="1"/>
              <a:t>capaz</a:t>
            </a:r>
            <a:r>
              <a:rPr lang="en-GB" dirty="0"/>
              <a:t> de </a:t>
            </a:r>
            <a:r>
              <a:rPr lang="en-GB" dirty="0" err="1"/>
              <a:t>llevar</a:t>
            </a:r>
            <a:r>
              <a:rPr lang="en-GB" dirty="0"/>
              <a:t> a </a:t>
            </a:r>
            <a:r>
              <a:rPr lang="en-GB" dirty="0" err="1"/>
              <a:t>cabo</a:t>
            </a:r>
            <a:r>
              <a:rPr lang="en-GB" dirty="0"/>
              <a:t> un </a:t>
            </a:r>
            <a:r>
              <a:rPr lang="en-GB" dirty="0" err="1"/>
              <a:t>análisis</a:t>
            </a:r>
            <a:r>
              <a:rPr lang="en-GB" dirty="0"/>
              <a:t> </a:t>
            </a:r>
            <a:r>
              <a:rPr lang="en-GB" dirty="0" err="1"/>
              <a:t>riguroso</a:t>
            </a:r>
            <a:r>
              <a:rPr lang="en-GB" dirty="0"/>
              <a:t> de </a:t>
            </a:r>
            <a:r>
              <a:rPr lang="en-GB" dirty="0" err="1"/>
              <a:t>los</a:t>
            </a:r>
            <a:r>
              <a:rPr lang="en-GB" dirty="0"/>
              <a:t> </a:t>
            </a:r>
            <a:r>
              <a:rPr lang="en-GB" dirty="0" err="1"/>
              <a:t>datos</a:t>
            </a:r>
            <a:r>
              <a:rPr lang="en-GB" dirty="0"/>
              <a:t>, </a:t>
            </a:r>
            <a:r>
              <a:rPr lang="en-GB" dirty="0" err="1"/>
              <a:t>así</a:t>
            </a:r>
            <a:r>
              <a:rPr lang="en-GB" dirty="0"/>
              <a:t> </a:t>
            </a:r>
            <a:r>
              <a:rPr lang="en-GB" dirty="0" err="1"/>
              <a:t>como</a:t>
            </a:r>
            <a:r>
              <a:rPr lang="en-GB" dirty="0"/>
              <a:t> de </a:t>
            </a:r>
            <a:r>
              <a:rPr lang="en-GB" dirty="0" err="1"/>
              <a:t>exponer</a:t>
            </a:r>
            <a:r>
              <a:rPr lang="en-GB" dirty="0"/>
              <a:t> y </a:t>
            </a:r>
            <a:r>
              <a:rPr lang="en-GB" dirty="0" err="1"/>
              <a:t>visualizar</a:t>
            </a:r>
            <a:r>
              <a:rPr lang="en-GB" dirty="0"/>
              <a:t> las </a:t>
            </a:r>
            <a:r>
              <a:rPr lang="en-GB" dirty="0" err="1"/>
              <a:t>conclusiones</a:t>
            </a:r>
            <a:r>
              <a:rPr lang="en-GB" dirty="0"/>
              <a:t> </a:t>
            </a:r>
            <a:r>
              <a:rPr lang="en-GB" dirty="0" err="1"/>
              <a:t>alcanzadas</a:t>
            </a:r>
            <a:r>
              <a:rPr lang="en-GB" dirty="0"/>
              <a:t> de forma </a:t>
            </a:r>
            <a:r>
              <a:rPr lang="en-GB" dirty="0" err="1"/>
              <a:t>convincente</a:t>
            </a:r>
            <a:r>
              <a:rPr lang="en-GB" dirty="0"/>
              <a:t>. </a:t>
            </a:r>
          </a:p>
          <a:p>
            <a:br>
              <a:rPr lang="en-GB" dirty="0"/>
            </a:b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El </a:t>
            </a:r>
            <a:r>
              <a:rPr lang="en-GB" dirty="0" err="1"/>
              <a:t>trabajo</a:t>
            </a:r>
            <a:r>
              <a:rPr lang="en-GB" dirty="0"/>
              <a:t> </a:t>
            </a:r>
            <a:r>
              <a:rPr lang="en-GB" dirty="0" err="1"/>
              <a:t>puede</a:t>
            </a:r>
            <a:r>
              <a:rPr lang="en-GB" dirty="0"/>
              <a:t> </a:t>
            </a:r>
            <a:r>
              <a:rPr lang="en-GB" dirty="0" err="1"/>
              <a:t>llevarse</a:t>
            </a:r>
            <a:r>
              <a:rPr lang="en-GB" dirty="0"/>
              <a:t> a </a:t>
            </a:r>
            <a:r>
              <a:rPr lang="en-GB" dirty="0" err="1"/>
              <a:t>cabo</a:t>
            </a:r>
            <a:r>
              <a:rPr lang="en-GB" dirty="0"/>
              <a:t> tanto </a:t>
            </a:r>
            <a:r>
              <a:rPr lang="en-GB" dirty="0" err="1"/>
              <a:t>en</a:t>
            </a:r>
            <a:r>
              <a:rPr lang="en-GB" dirty="0"/>
              <a:t> R </a:t>
            </a:r>
            <a:r>
              <a:rPr lang="en-GB" dirty="0" err="1"/>
              <a:t>como</a:t>
            </a:r>
            <a:r>
              <a:rPr lang="en-GB" dirty="0"/>
              <a:t> </a:t>
            </a:r>
            <a:r>
              <a:rPr lang="en-GB" dirty="0" err="1"/>
              <a:t>en</a:t>
            </a:r>
            <a:r>
              <a:rPr lang="en-GB" dirty="0"/>
              <a:t> Python. Se </a:t>
            </a:r>
            <a:r>
              <a:rPr lang="en-GB" dirty="0" err="1"/>
              <a:t>entregará</a:t>
            </a:r>
            <a:r>
              <a:rPr lang="en-GB" dirty="0"/>
              <a:t> un ZIP file script con </a:t>
            </a:r>
            <a:r>
              <a:rPr lang="en-GB" dirty="0" err="1"/>
              <a:t>el</a:t>
            </a:r>
            <a:r>
              <a:rPr lang="en-GB" dirty="0"/>
              <a:t> </a:t>
            </a:r>
            <a:r>
              <a:rPr lang="en-GB" dirty="0" err="1"/>
              <a:t>código</a:t>
            </a:r>
            <a:r>
              <a:rPr lang="en-GB" dirty="0"/>
              <a:t>, </a:t>
            </a:r>
            <a:r>
              <a:rPr lang="en-GB" dirty="0" err="1"/>
              <a:t>datos</a:t>
            </a:r>
            <a:r>
              <a:rPr lang="en-GB" dirty="0"/>
              <a:t> </a:t>
            </a:r>
            <a:r>
              <a:rPr lang="en-GB" dirty="0" err="1"/>
              <a:t>necesarios</a:t>
            </a:r>
            <a:r>
              <a:rPr lang="en-GB" dirty="0"/>
              <a:t> y un </a:t>
            </a:r>
            <a:r>
              <a:rPr lang="en-GB" dirty="0" err="1"/>
              <a:t>informe</a:t>
            </a:r>
            <a:r>
              <a:rPr lang="en-GB" dirty="0"/>
              <a:t> del </a:t>
            </a:r>
            <a:r>
              <a:rPr lang="en-GB" dirty="0" err="1"/>
              <a:t>trabajo</a:t>
            </a:r>
            <a:r>
              <a:rPr lang="en-GB" dirty="0"/>
              <a:t>. 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64316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ED6209-62D7-4AEE-1D68-BFDC29234C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CC13B16-EBAE-4A37-E597-CEBDCB3D2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-7749"/>
            <a:ext cx="12192000" cy="369332"/>
          </a:xfrm>
          <a:noFill/>
          <a:ln>
            <a:noFill/>
          </a:ln>
        </p:spPr>
        <p:txBody>
          <a:bodyPr/>
          <a:lstStyle/>
          <a:p>
            <a:fld id="{D668CDBE-A386-F347-A11E-52195C47D667}" type="slidenum">
              <a:rPr lang="en-US" sz="1800" b="1" smtClean="0">
                <a:solidFill>
                  <a:sysClr val="windowText" lastClr="000000"/>
                </a:solidFill>
              </a:rPr>
              <a:t>15</a:t>
            </a:fld>
            <a:endParaRPr lang="en-US" sz="1800" b="1" dirty="0">
              <a:solidFill>
                <a:sysClr val="windowText" lastClr="000000"/>
              </a:solidFill>
            </a:endParaRPr>
          </a:p>
        </p:txBody>
      </p:sp>
      <p:cxnSp>
        <p:nvCxnSpPr>
          <p:cNvPr id="13" name="Straight Connector 8">
            <a:extLst>
              <a:ext uri="{FF2B5EF4-FFF2-40B4-BE49-F238E27FC236}">
                <a16:creationId xmlns:a16="http://schemas.microsoft.com/office/drawing/2014/main" id="{3A196BF2-2E01-4253-7741-FEFDB1A33B99}"/>
              </a:ext>
            </a:extLst>
          </p:cNvPr>
          <p:cNvCxnSpPr/>
          <p:nvPr/>
        </p:nvCxnSpPr>
        <p:spPr>
          <a:xfrm>
            <a:off x="0" y="665335"/>
            <a:ext cx="3765665" cy="0"/>
          </a:xfrm>
          <a:prstGeom prst="line">
            <a:avLst/>
          </a:prstGeom>
          <a:ln w="28575">
            <a:solidFill>
              <a:srgbClr val="015559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5">
            <a:extLst>
              <a:ext uri="{FF2B5EF4-FFF2-40B4-BE49-F238E27FC236}">
                <a16:creationId xmlns:a16="http://schemas.microsoft.com/office/drawing/2014/main" id="{55CECA66-F0A6-E190-FB60-360426F5E728}"/>
              </a:ext>
            </a:extLst>
          </p:cNvPr>
          <p:cNvSpPr txBox="1"/>
          <p:nvPr/>
        </p:nvSpPr>
        <p:spPr>
          <a:xfrm>
            <a:off x="307570" y="-5278"/>
            <a:ext cx="730127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err="1">
                <a:latin typeface="Rotis SansSerif Std" panose="020B0502030000020204" pitchFamily="34" charset="0"/>
              </a:rPr>
              <a:t>Trabajo</a:t>
            </a:r>
            <a:r>
              <a:rPr lang="en-US" sz="3200" b="1" dirty="0">
                <a:latin typeface="Rotis SansSerif Std" panose="020B0502030000020204" pitchFamily="34" charset="0"/>
              </a:rPr>
              <a:t> </a:t>
            </a:r>
            <a:r>
              <a:rPr lang="en-US" sz="3200" b="1" dirty="0" err="1">
                <a:latin typeface="Rotis SansSerif Std" panose="020B0502030000020204" pitchFamily="34" charset="0"/>
              </a:rPr>
              <a:t>Asignatura</a:t>
            </a:r>
            <a:endParaRPr lang="en-US" sz="3200" b="1" dirty="0">
              <a:latin typeface="Rotis SansSerif Std" panose="020B0502030000020204" pitchFamily="34" charset="0"/>
            </a:endParaRPr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D7F973F8-B37F-DE8A-2119-A7F9D7B2E30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55858" y="5791905"/>
            <a:ext cx="650789" cy="81896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9917BBC-06EB-2FBE-AAF3-C5397ADB80E3}"/>
              </a:ext>
            </a:extLst>
          </p:cNvPr>
          <p:cNvSpPr txBox="1"/>
          <p:nvPr/>
        </p:nvSpPr>
        <p:spPr>
          <a:xfrm>
            <a:off x="406305" y="978554"/>
            <a:ext cx="10949553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GB" b="0" dirty="0">
                <a:effectLst/>
                <a:latin typeface="inherit"/>
              </a:rPr>
              <a:t>Se </a:t>
            </a:r>
            <a:r>
              <a:rPr lang="en-GB" b="0" dirty="0" err="1">
                <a:effectLst/>
                <a:latin typeface="inherit"/>
              </a:rPr>
              <a:t>valorará</a:t>
            </a:r>
            <a:r>
              <a:rPr lang="en-GB" b="0" dirty="0">
                <a:effectLst/>
                <a:latin typeface="inherit"/>
              </a:rPr>
              <a:t> </a:t>
            </a:r>
            <a:r>
              <a:rPr lang="en-GB" b="0" dirty="0" err="1">
                <a:effectLst/>
                <a:latin typeface="inherit"/>
              </a:rPr>
              <a:t>los</a:t>
            </a:r>
            <a:r>
              <a:rPr lang="en-GB" b="0" dirty="0">
                <a:effectLst/>
                <a:latin typeface="inherit"/>
              </a:rPr>
              <a:t> </a:t>
            </a:r>
            <a:r>
              <a:rPr lang="en-GB" b="0" dirty="0" err="1">
                <a:effectLst/>
                <a:latin typeface="inherit"/>
              </a:rPr>
              <a:t>siguientes</a:t>
            </a:r>
            <a:r>
              <a:rPr lang="en-GB" b="0" dirty="0">
                <a:effectLst/>
                <a:latin typeface="inherit"/>
              </a:rPr>
              <a:t> </a:t>
            </a:r>
            <a:r>
              <a:rPr lang="en-GB" b="0" dirty="0" err="1">
                <a:effectLst/>
                <a:latin typeface="inherit"/>
              </a:rPr>
              <a:t>apartados</a:t>
            </a:r>
            <a:r>
              <a:rPr lang="en-GB" b="0" dirty="0">
                <a:effectLst/>
                <a:latin typeface="inherit"/>
              </a:rPr>
              <a:t>:</a:t>
            </a:r>
          </a:p>
          <a:p>
            <a:pPr>
              <a:buNone/>
            </a:pPr>
            <a:endParaRPr lang="en-GB" b="0" dirty="0">
              <a:effectLst/>
              <a:latin typeface="inherit"/>
            </a:endParaRPr>
          </a:p>
          <a:p>
            <a:pPr algn="just">
              <a:buNone/>
            </a:pPr>
            <a:r>
              <a:rPr lang="en-GB" b="0" dirty="0">
                <a:effectLst/>
                <a:latin typeface="inherit"/>
              </a:rPr>
              <a:t>1- </a:t>
            </a:r>
            <a:r>
              <a:rPr lang="en-GB" b="0" dirty="0" err="1">
                <a:effectLst/>
                <a:latin typeface="inherit"/>
              </a:rPr>
              <a:t>Correcta</a:t>
            </a:r>
            <a:r>
              <a:rPr lang="en-GB" b="0" dirty="0">
                <a:effectLst/>
                <a:latin typeface="inherit"/>
              </a:rPr>
              <a:t> </a:t>
            </a:r>
            <a:r>
              <a:rPr lang="en-GB" b="0" dirty="0" err="1">
                <a:effectLst/>
                <a:latin typeface="inherit"/>
              </a:rPr>
              <a:t>definición</a:t>
            </a:r>
            <a:r>
              <a:rPr lang="en-GB" b="0" dirty="0">
                <a:effectLst/>
                <a:latin typeface="inherit"/>
              </a:rPr>
              <a:t> del </a:t>
            </a:r>
            <a:r>
              <a:rPr lang="en-GB" b="0" dirty="0" err="1">
                <a:effectLst/>
                <a:latin typeface="inherit"/>
              </a:rPr>
              <a:t>estudio</a:t>
            </a:r>
            <a:r>
              <a:rPr lang="en-GB" b="0" dirty="0">
                <a:effectLst/>
                <a:latin typeface="inherit"/>
              </a:rPr>
              <a:t> </a:t>
            </a:r>
            <a:r>
              <a:rPr lang="en-GB" b="0" dirty="0" err="1">
                <a:effectLst/>
                <a:latin typeface="inherit"/>
              </a:rPr>
              <a:t>que</a:t>
            </a:r>
            <a:r>
              <a:rPr lang="en-GB" b="0" dirty="0">
                <a:effectLst/>
                <a:latin typeface="inherit"/>
              </a:rPr>
              <a:t> se </a:t>
            </a:r>
            <a:r>
              <a:rPr lang="en-GB" b="0" dirty="0" err="1">
                <a:effectLst/>
                <a:latin typeface="inherit"/>
              </a:rPr>
              <a:t>quiere</a:t>
            </a:r>
            <a:r>
              <a:rPr lang="en-GB" b="0" dirty="0">
                <a:effectLst/>
                <a:latin typeface="inherit"/>
              </a:rPr>
              <a:t> </a:t>
            </a:r>
            <a:r>
              <a:rPr lang="en-GB" b="0" dirty="0" err="1">
                <a:effectLst/>
                <a:latin typeface="inherit"/>
              </a:rPr>
              <a:t>llevar</a:t>
            </a:r>
            <a:r>
              <a:rPr lang="en-GB" b="0" dirty="0">
                <a:effectLst/>
                <a:latin typeface="inherit"/>
              </a:rPr>
              <a:t> a </a:t>
            </a:r>
            <a:r>
              <a:rPr lang="en-GB" b="0" dirty="0" err="1">
                <a:effectLst/>
                <a:latin typeface="inherit"/>
              </a:rPr>
              <a:t>cabo</a:t>
            </a:r>
            <a:r>
              <a:rPr lang="en-GB" b="0" dirty="0">
                <a:effectLst/>
                <a:latin typeface="inherit"/>
              </a:rPr>
              <a:t>, </a:t>
            </a:r>
            <a:r>
              <a:rPr lang="en-GB" b="0" dirty="0" err="1">
                <a:effectLst/>
                <a:latin typeface="inherit"/>
              </a:rPr>
              <a:t>estableciendo</a:t>
            </a:r>
            <a:r>
              <a:rPr lang="en-GB" b="0" dirty="0">
                <a:effectLst/>
                <a:latin typeface="inherit"/>
              </a:rPr>
              <a:t> </a:t>
            </a:r>
            <a:r>
              <a:rPr lang="en-GB" b="0" dirty="0" err="1">
                <a:effectLst/>
                <a:latin typeface="inherit"/>
              </a:rPr>
              <a:t>claramente</a:t>
            </a:r>
            <a:r>
              <a:rPr lang="en-GB" b="0" dirty="0">
                <a:effectLst/>
                <a:latin typeface="inherit"/>
              </a:rPr>
              <a:t> las </a:t>
            </a:r>
            <a:r>
              <a:rPr lang="en-GB" b="0" dirty="0" err="1">
                <a:effectLst/>
                <a:latin typeface="inherit"/>
              </a:rPr>
              <a:t>preguntas</a:t>
            </a:r>
            <a:r>
              <a:rPr lang="en-GB" b="0" dirty="0">
                <a:effectLst/>
                <a:latin typeface="inherit"/>
              </a:rPr>
              <a:t> </a:t>
            </a:r>
            <a:r>
              <a:rPr lang="en-GB" b="0" dirty="0" err="1">
                <a:effectLst/>
                <a:latin typeface="inherit"/>
              </a:rPr>
              <a:t>que</a:t>
            </a:r>
            <a:r>
              <a:rPr lang="en-GB" b="0" dirty="0">
                <a:effectLst/>
                <a:latin typeface="inherit"/>
              </a:rPr>
              <a:t> se pretender </a:t>
            </a:r>
            <a:r>
              <a:rPr lang="en-GB" b="0" dirty="0" err="1">
                <a:effectLst/>
                <a:latin typeface="inherit"/>
              </a:rPr>
              <a:t>analizar</a:t>
            </a:r>
            <a:r>
              <a:rPr lang="en-GB" b="0" dirty="0">
                <a:effectLst/>
                <a:latin typeface="inherit"/>
              </a:rPr>
              <a:t> </a:t>
            </a:r>
            <a:r>
              <a:rPr lang="en-GB" b="0" dirty="0" err="1">
                <a:effectLst/>
                <a:latin typeface="inherit"/>
              </a:rPr>
              <a:t>en</a:t>
            </a:r>
            <a:r>
              <a:rPr lang="en-GB" b="0" dirty="0">
                <a:effectLst/>
                <a:latin typeface="inherit"/>
              </a:rPr>
              <a:t> </a:t>
            </a:r>
            <a:r>
              <a:rPr lang="en-GB" b="0" dirty="0" err="1">
                <a:effectLst/>
                <a:latin typeface="inherit"/>
              </a:rPr>
              <a:t>el</a:t>
            </a:r>
            <a:r>
              <a:rPr lang="en-GB" b="0" dirty="0">
                <a:effectLst/>
                <a:latin typeface="inherit"/>
              </a:rPr>
              <a:t> </a:t>
            </a:r>
            <a:r>
              <a:rPr lang="en-GB" b="0" dirty="0" err="1">
                <a:effectLst/>
                <a:latin typeface="inherit"/>
              </a:rPr>
              <a:t>estudio</a:t>
            </a:r>
            <a:r>
              <a:rPr lang="en-GB" b="0" dirty="0">
                <a:effectLst/>
                <a:latin typeface="inherit"/>
              </a:rPr>
              <a:t>. </a:t>
            </a:r>
          </a:p>
          <a:p>
            <a:pPr>
              <a:buNone/>
            </a:pPr>
            <a:br>
              <a:rPr lang="en-GB" b="0" dirty="0">
                <a:effectLst/>
                <a:latin typeface="inherit"/>
              </a:rPr>
            </a:br>
            <a:endParaRPr lang="en-GB" b="0" dirty="0">
              <a:effectLst/>
              <a:latin typeface="inherit"/>
            </a:endParaRPr>
          </a:p>
          <a:p>
            <a:pPr algn="just">
              <a:buNone/>
            </a:pPr>
            <a:r>
              <a:rPr lang="en-GB" b="0" dirty="0">
                <a:effectLst/>
                <a:latin typeface="inherit"/>
              </a:rPr>
              <a:t>2- Uso </a:t>
            </a:r>
            <a:r>
              <a:rPr lang="en-GB" b="0" dirty="0" err="1">
                <a:effectLst/>
                <a:latin typeface="inherit"/>
              </a:rPr>
              <a:t>adecuado</a:t>
            </a:r>
            <a:r>
              <a:rPr lang="en-GB" b="0" dirty="0">
                <a:effectLst/>
                <a:latin typeface="inherit"/>
              </a:rPr>
              <a:t> de las </a:t>
            </a:r>
            <a:r>
              <a:rPr lang="en-GB" b="0" dirty="0" err="1">
                <a:effectLst/>
                <a:latin typeface="inherit"/>
              </a:rPr>
              <a:t>distintas</a:t>
            </a:r>
            <a:r>
              <a:rPr lang="en-GB" b="0" dirty="0">
                <a:effectLst/>
                <a:latin typeface="inherit"/>
              </a:rPr>
              <a:t> </a:t>
            </a:r>
            <a:r>
              <a:rPr lang="en-GB" b="0" dirty="0" err="1">
                <a:effectLst/>
                <a:latin typeface="inherit"/>
              </a:rPr>
              <a:t>técnicas</a:t>
            </a:r>
            <a:r>
              <a:rPr lang="en-GB" b="0" dirty="0">
                <a:effectLst/>
                <a:latin typeface="inherit"/>
              </a:rPr>
              <a:t> </a:t>
            </a:r>
            <a:r>
              <a:rPr lang="en-GB" b="0" dirty="0" err="1">
                <a:effectLst/>
                <a:latin typeface="inherit"/>
              </a:rPr>
              <a:t>analíticas</a:t>
            </a:r>
            <a:r>
              <a:rPr lang="en-GB" b="0" dirty="0">
                <a:effectLst/>
                <a:latin typeface="inherit"/>
              </a:rPr>
              <a:t> </a:t>
            </a:r>
            <a:r>
              <a:rPr lang="en-GB" b="0" dirty="0" err="1">
                <a:effectLst/>
                <a:latin typeface="inherit"/>
              </a:rPr>
              <a:t>explicada</a:t>
            </a:r>
            <a:r>
              <a:rPr lang="en-GB" b="0" dirty="0">
                <a:effectLst/>
                <a:latin typeface="inherit"/>
              </a:rPr>
              <a:t> </a:t>
            </a:r>
            <a:r>
              <a:rPr lang="en-GB" b="0" dirty="0" err="1">
                <a:effectLst/>
                <a:latin typeface="inherit"/>
              </a:rPr>
              <a:t>durante</a:t>
            </a:r>
            <a:r>
              <a:rPr lang="en-GB" b="0" dirty="0">
                <a:effectLst/>
                <a:latin typeface="inherit"/>
              </a:rPr>
              <a:t> </a:t>
            </a:r>
            <a:r>
              <a:rPr lang="en-GB" b="0" dirty="0" err="1">
                <a:effectLst/>
                <a:latin typeface="inherit"/>
              </a:rPr>
              <a:t>el</a:t>
            </a:r>
            <a:r>
              <a:rPr lang="en-GB" b="0" dirty="0">
                <a:effectLst/>
                <a:latin typeface="inherit"/>
              </a:rPr>
              <a:t> </a:t>
            </a:r>
            <a:r>
              <a:rPr lang="en-GB" b="0" dirty="0" err="1">
                <a:effectLst/>
                <a:latin typeface="inherit"/>
              </a:rPr>
              <a:t>curso</a:t>
            </a:r>
            <a:r>
              <a:rPr lang="en-GB" b="0" dirty="0">
                <a:effectLst/>
                <a:latin typeface="inherit"/>
              </a:rPr>
              <a:t>, </a:t>
            </a:r>
            <a:r>
              <a:rPr lang="en-GB" b="0" dirty="0" err="1">
                <a:effectLst/>
                <a:latin typeface="inherit"/>
              </a:rPr>
              <a:t>incluyendo</a:t>
            </a:r>
            <a:r>
              <a:rPr lang="en-GB" b="0" dirty="0">
                <a:effectLst/>
                <a:latin typeface="inherit"/>
              </a:rPr>
              <a:t> </a:t>
            </a:r>
            <a:r>
              <a:rPr lang="en-GB" b="0" dirty="0" err="1">
                <a:effectLst/>
                <a:latin typeface="inherit"/>
              </a:rPr>
              <a:t>estadística</a:t>
            </a:r>
            <a:r>
              <a:rPr lang="en-GB" b="0" dirty="0">
                <a:effectLst/>
                <a:latin typeface="inherit"/>
              </a:rPr>
              <a:t> </a:t>
            </a:r>
            <a:r>
              <a:rPr lang="en-GB" b="0" dirty="0" err="1">
                <a:effectLst/>
                <a:latin typeface="inherit"/>
              </a:rPr>
              <a:t>inferencial</a:t>
            </a:r>
            <a:r>
              <a:rPr lang="en-GB" b="0" dirty="0">
                <a:effectLst/>
                <a:latin typeface="inherit"/>
              </a:rPr>
              <a:t> y </a:t>
            </a:r>
            <a:r>
              <a:rPr lang="en-GB" b="0" dirty="0" err="1">
                <a:effectLst/>
                <a:latin typeface="inherit"/>
              </a:rPr>
              <a:t>contraste</a:t>
            </a:r>
            <a:r>
              <a:rPr lang="en-GB" b="0" dirty="0">
                <a:effectLst/>
                <a:latin typeface="inherit"/>
              </a:rPr>
              <a:t> de </a:t>
            </a:r>
            <a:r>
              <a:rPr lang="en-GB" b="0" dirty="0" err="1">
                <a:effectLst/>
                <a:latin typeface="inherit"/>
              </a:rPr>
              <a:t>hipótesis</a:t>
            </a:r>
            <a:r>
              <a:rPr lang="en-GB" b="0" dirty="0">
                <a:effectLst/>
                <a:latin typeface="inherit"/>
              </a:rPr>
              <a:t>, PCA, </a:t>
            </a:r>
            <a:r>
              <a:rPr lang="en-GB" b="0" dirty="0" err="1">
                <a:effectLst/>
                <a:latin typeface="inherit"/>
              </a:rPr>
              <a:t>modelos</a:t>
            </a:r>
            <a:r>
              <a:rPr lang="en-GB" b="0" dirty="0">
                <a:effectLst/>
                <a:latin typeface="inherit"/>
              </a:rPr>
              <a:t> de </a:t>
            </a:r>
            <a:r>
              <a:rPr lang="en-GB" b="0" dirty="0" err="1">
                <a:effectLst/>
                <a:latin typeface="inherit"/>
              </a:rPr>
              <a:t>regresión</a:t>
            </a:r>
            <a:r>
              <a:rPr lang="en-GB" b="0" dirty="0">
                <a:effectLst/>
                <a:latin typeface="inherit"/>
              </a:rPr>
              <a:t> lineal, </a:t>
            </a:r>
            <a:r>
              <a:rPr lang="en-GB" b="0" dirty="0" err="1">
                <a:effectLst/>
                <a:latin typeface="inherit"/>
              </a:rPr>
              <a:t>incluyendo</a:t>
            </a:r>
            <a:r>
              <a:rPr lang="en-GB" b="0" dirty="0">
                <a:effectLst/>
                <a:latin typeface="inherit"/>
              </a:rPr>
              <a:t> </a:t>
            </a:r>
            <a:r>
              <a:rPr lang="en-GB" b="0" dirty="0" err="1">
                <a:effectLst/>
                <a:latin typeface="inherit"/>
              </a:rPr>
              <a:t>regularización</a:t>
            </a:r>
            <a:r>
              <a:rPr lang="en-GB" b="0" dirty="0">
                <a:effectLst/>
                <a:latin typeface="inherit"/>
              </a:rPr>
              <a:t>, </a:t>
            </a:r>
            <a:r>
              <a:rPr lang="en-GB" b="0" dirty="0" err="1">
                <a:effectLst/>
                <a:latin typeface="inherit"/>
              </a:rPr>
              <a:t>modelos</a:t>
            </a:r>
            <a:r>
              <a:rPr lang="en-GB" b="0" dirty="0">
                <a:effectLst/>
                <a:latin typeface="inherit"/>
              </a:rPr>
              <a:t> de </a:t>
            </a:r>
            <a:r>
              <a:rPr lang="en-GB" b="0" dirty="0" err="1">
                <a:effectLst/>
                <a:latin typeface="inherit"/>
              </a:rPr>
              <a:t>regresión</a:t>
            </a:r>
            <a:r>
              <a:rPr lang="en-GB" b="0" dirty="0">
                <a:effectLst/>
                <a:latin typeface="inherit"/>
              </a:rPr>
              <a:t> </a:t>
            </a:r>
            <a:r>
              <a:rPr lang="en-GB" b="0" dirty="0" err="1">
                <a:effectLst/>
                <a:latin typeface="inherit"/>
              </a:rPr>
              <a:t>logística</a:t>
            </a:r>
            <a:r>
              <a:rPr lang="en-GB" b="0" dirty="0">
                <a:effectLst/>
                <a:latin typeface="inherit"/>
              </a:rPr>
              <a:t>, </a:t>
            </a:r>
            <a:r>
              <a:rPr lang="en-GB" b="0" dirty="0" err="1">
                <a:effectLst/>
                <a:latin typeface="inherit"/>
              </a:rPr>
              <a:t>selección</a:t>
            </a:r>
            <a:r>
              <a:rPr lang="en-GB" b="0" dirty="0">
                <a:effectLst/>
                <a:latin typeface="inherit"/>
              </a:rPr>
              <a:t> de variables, </a:t>
            </a:r>
            <a:r>
              <a:rPr lang="en-GB" dirty="0">
                <a:latin typeface="inherit"/>
              </a:rPr>
              <a:t>etc</a:t>
            </a:r>
            <a:r>
              <a:rPr lang="en-GB" b="0" dirty="0">
                <a:effectLst/>
                <a:latin typeface="inherit"/>
              </a:rPr>
              <a:t>. </a:t>
            </a:r>
          </a:p>
          <a:p>
            <a:pPr>
              <a:buNone/>
            </a:pPr>
            <a:br>
              <a:rPr lang="en-GB" b="0" dirty="0">
                <a:effectLst/>
                <a:latin typeface="inherit"/>
              </a:rPr>
            </a:br>
            <a:endParaRPr lang="en-GB" b="0" dirty="0">
              <a:effectLst/>
              <a:latin typeface="inherit"/>
            </a:endParaRPr>
          </a:p>
          <a:p>
            <a:pPr algn="just">
              <a:buNone/>
            </a:pPr>
            <a:r>
              <a:rPr lang="en-GB" b="0" dirty="0">
                <a:effectLst/>
                <a:latin typeface="inherit"/>
              </a:rPr>
              <a:t>3- Uso </a:t>
            </a:r>
            <a:r>
              <a:rPr lang="en-GB" b="0" dirty="0" err="1">
                <a:effectLst/>
                <a:latin typeface="inherit"/>
              </a:rPr>
              <a:t>adecuado</a:t>
            </a:r>
            <a:r>
              <a:rPr lang="en-GB" b="0" dirty="0">
                <a:effectLst/>
                <a:latin typeface="inherit"/>
              </a:rPr>
              <a:t> de </a:t>
            </a:r>
            <a:r>
              <a:rPr lang="en-GB" b="0" dirty="0" err="1">
                <a:effectLst/>
                <a:latin typeface="inherit"/>
              </a:rPr>
              <a:t>técnicas</a:t>
            </a:r>
            <a:r>
              <a:rPr lang="en-GB" b="0" dirty="0">
                <a:effectLst/>
                <a:latin typeface="inherit"/>
              </a:rPr>
              <a:t> de </a:t>
            </a:r>
            <a:r>
              <a:rPr lang="en-GB" b="0" dirty="0" err="1">
                <a:effectLst/>
                <a:latin typeface="inherit"/>
              </a:rPr>
              <a:t>procesamiento</a:t>
            </a:r>
            <a:r>
              <a:rPr lang="en-GB" b="0" dirty="0">
                <a:effectLst/>
                <a:latin typeface="inherit"/>
              </a:rPr>
              <a:t> de </a:t>
            </a:r>
            <a:r>
              <a:rPr lang="en-GB" b="0" dirty="0" err="1">
                <a:effectLst/>
                <a:latin typeface="inherit"/>
              </a:rPr>
              <a:t>datos</a:t>
            </a:r>
            <a:r>
              <a:rPr lang="en-GB" b="0" dirty="0">
                <a:effectLst/>
                <a:latin typeface="inherit"/>
              </a:rPr>
              <a:t> y </a:t>
            </a:r>
            <a:r>
              <a:rPr lang="en-GB" b="0" dirty="0" err="1">
                <a:effectLst/>
                <a:latin typeface="inherit"/>
              </a:rPr>
              <a:t>visualización</a:t>
            </a:r>
            <a:r>
              <a:rPr lang="en-GB" b="0" dirty="0">
                <a:effectLst/>
                <a:latin typeface="inherit"/>
              </a:rPr>
              <a:t> </a:t>
            </a:r>
            <a:r>
              <a:rPr lang="en-GB" b="0" dirty="0" err="1">
                <a:effectLst/>
                <a:latin typeface="inherit"/>
              </a:rPr>
              <a:t>explicadas</a:t>
            </a:r>
            <a:r>
              <a:rPr lang="en-GB" b="0" dirty="0">
                <a:effectLst/>
                <a:latin typeface="inherit"/>
              </a:rPr>
              <a:t> </a:t>
            </a:r>
            <a:r>
              <a:rPr lang="en-GB" b="0" dirty="0" err="1">
                <a:effectLst/>
                <a:latin typeface="inherit"/>
              </a:rPr>
              <a:t>durante</a:t>
            </a:r>
            <a:r>
              <a:rPr lang="en-GB" b="0" dirty="0">
                <a:effectLst/>
                <a:latin typeface="inherit"/>
              </a:rPr>
              <a:t> </a:t>
            </a:r>
            <a:r>
              <a:rPr lang="en-GB" b="0" dirty="0" err="1">
                <a:effectLst/>
                <a:latin typeface="inherit"/>
              </a:rPr>
              <a:t>el</a:t>
            </a:r>
            <a:r>
              <a:rPr lang="en-GB" b="0" dirty="0">
                <a:effectLst/>
                <a:latin typeface="inherit"/>
              </a:rPr>
              <a:t> </a:t>
            </a:r>
            <a:r>
              <a:rPr lang="en-GB" b="0" dirty="0" err="1">
                <a:effectLst/>
                <a:latin typeface="inherit"/>
              </a:rPr>
              <a:t>curso</a:t>
            </a:r>
            <a:r>
              <a:rPr lang="en-GB" b="0" dirty="0">
                <a:effectLst/>
                <a:latin typeface="inherit"/>
              </a:rPr>
              <a:t>. </a:t>
            </a:r>
          </a:p>
          <a:p>
            <a:pPr>
              <a:buNone/>
            </a:pPr>
            <a:br>
              <a:rPr lang="en-GB" b="0" dirty="0">
                <a:effectLst/>
                <a:latin typeface="inherit"/>
              </a:rPr>
            </a:br>
            <a:endParaRPr lang="en-GB" b="0" dirty="0">
              <a:effectLst/>
              <a:latin typeface="inherit"/>
            </a:endParaRPr>
          </a:p>
          <a:p>
            <a:pPr algn="just">
              <a:buNone/>
            </a:pPr>
            <a:r>
              <a:rPr lang="en-GB" b="0" dirty="0">
                <a:effectLst/>
                <a:latin typeface="inherit"/>
              </a:rPr>
              <a:t>4- Estilo </a:t>
            </a:r>
            <a:r>
              <a:rPr lang="en-GB" b="0" dirty="0" err="1">
                <a:effectLst/>
                <a:latin typeface="inherit"/>
              </a:rPr>
              <a:t>adecuado</a:t>
            </a:r>
            <a:r>
              <a:rPr lang="en-GB" b="0" dirty="0">
                <a:effectLst/>
                <a:latin typeface="inherit"/>
              </a:rPr>
              <a:t> y </a:t>
            </a:r>
            <a:r>
              <a:rPr lang="en-GB" b="0" dirty="0" err="1">
                <a:effectLst/>
                <a:latin typeface="inherit"/>
              </a:rPr>
              <a:t>profesional</a:t>
            </a:r>
            <a:r>
              <a:rPr lang="en-GB" b="0" dirty="0">
                <a:effectLst/>
                <a:latin typeface="inherit"/>
              </a:rPr>
              <a:t> </a:t>
            </a:r>
            <a:r>
              <a:rPr lang="en-GB" b="0" dirty="0" err="1">
                <a:effectLst/>
                <a:latin typeface="inherit"/>
              </a:rPr>
              <a:t>en</a:t>
            </a:r>
            <a:r>
              <a:rPr lang="en-GB" b="0" dirty="0">
                <a:effectLst/>
                <a:latin typeface="inherit"/>
              </a:rPr>
              <a:t> </a:t>
            </a:r>
            <a:r>
              <a:rPr lang="en-GB" b="0" dirty="0" err="1">
                <a:effectLst/>
                <a:latin typeface="inherit"/>
              </a:rPr>
              <a:t>el</a:t>
            </a:r>
            <a:r>
              <a:rPr lang="en-GB" b="0" dirty="0">
                <a:effectLst/>
                <a:latin typeface="inherit"/>
              </a:rPr>
              <a:t> </a:t>
            </a:r>
            <a:r>
              <a:rPr lang="en-GB" b="0" dirty="0" err="1">
                <a:effectLst/>
                <a:latin typeface="inherit"/>
              </a:rPr>
              <a:t>informe</a:t>
            </a:r>
            <a:r>
              <a:rPr lang="en-GB" b="0" dirty="0">
                <a:effectLst/>
                <a:latin typeface="inherit"/>
              </a:rPr>
              <a:t> </a:t>
            </a:r>
            <a:r>
              <a:rPr lang="en-GB" b="0" dirty="0" err="1">
                <a:effectLst/>
                <a:latin typeface="inherit"/>
              </a:rPr>
              <a:t>entregado</a:t>
            </a:r>
            <a:r>
              <a:rPr lang="en-GB" b="0" dirty="0">
                <a:effectLst/>
                <a:latin typeface="inherit"/>
              </a:rPr>
              <a:t>. </a:t>
            </a:r>
            <a:r>
              <a:rPr lang="en-GB" b="0" dirty="0" err="1">
                <a:effectLst/>
                <a:latin typeface="inherit"/>
              </a:rPr>
              <a:t>Puede</a:t>
            </a:r>
            <a:r>
              <a:rPr lang="en-GB" b="0" dirty="0">
                <a:effectLst/>
                <a:latin typeface="inherit"/>
              </a:rPr>
              <a:t> ser tanto </a:t>
            </a:r>
            <a:r>
              <a:rPr lang="en-GB" b="0" dirty="0" err="1">
                <a:effectLst/>
                <a:latin typeface="inherit"/>
              </a:rPr>
              <a:t>en</a:t>
            </a:r>
            <a:r>
              <a:rPr lang="en-GB" b="0" dirty="0">
                <a:effectLst/>
                <a:latin typeface="inherit"/>
              </a:rPr>
              <a:t> </a:t>
            </a:r>
            <a:r>
              <a:rPr lang="en-GB" b="0" dirty="0" err="1">
                <a:effectLst/>
                <a:latin typeface="inherit"/>
              </a:rPr>
              <a:t>inglés</a:t>
            </a:r>
            <a:r>
              <a:rPr lang="en-GB" b="0" dirty="0">
                <a:effectLst/>
                <a:latin typeface="inherit"/>
              </a:rPr>
              <a:t> </a:t>
            </a:r>
            <a:r>
              <a:rPr lang="en-GB" b="0" dirty="0" err="1">
                <a:effectLst/>
                <a:latin typeface="inherit"/>
              </a:rPr>
              <a:t>como</a:t>
            </a:r>
            <a:r>
              <a:rPr lang="en-GB" b="0" dirty="0">
                <a:effectLst/>
                <a:latin typeface="inherit"/>
              </a:rPr>
              <a:t> </a:t>
            </a:r>
            <a:r>
              <a:rPr lang="en-GB" b="0" dirty="0" err="1">
                <a:effectLst/>
                <a:latin typeface="inherit"/>
              </a:rPr>
              <a:t>en</a:t>
            </a:r>
            <a:r>
              <a:rPr lang="en-GB" b="0" dirty="0">
                <a:effectLst/>
                <a:latin typeface="inherit"/>
              </a:rPr>
              <a:t> castellano.</a:t>
            </a:r>
          </a:p>
          <a:p>
            <a:pPr>
              <a:buNone/>
            </a:pPr>
            <a:endParaRPr lang="en-GB" dirty="0">
              <a:latin typeface="inherit"/>
            </a:endParaRPr>
          </a:p>
          <a:p>
            <a:pPr>
              <a:buNone/>
            </a:pPr>
            <a:endParaRPr lang="en-GB" b="0" dirty="0">
              <a:effectLst/>
              <a:latin typeface="inherit"/>
            </a:endParaRPr>
          </a:p>
          <a:p>
            <a:pPr>
              <a:buNone/>
            </a:pPr>
            <a:r>
              <a:rPr lang="en-GB" dirty="0" err="1">
                <a:latin typeface="inherit"/>
              </a:rPr>
              <a:t>Fecha</a:t>
            </a:r>
            <a:r>
              <a:rPr lang="en-GB" dirty="0">
                <a:latin typeface="inherit"/>
              </a:rPr>
              <a:t> </a:t>
            </a:r>
            <a:r>
              <a:rPr lang="en-GB" dirty="0" err="1">
                <a:latin typeface="inherit"/>
              </a:rPr>
              <a:t>entrega</a:t>
            </a:r>
            <a:r>
              <a:rPr lang="en-GB" dirty="0">
                <a:latin typeface="inherit"/>
              </a:rPr>
              <a:t>: 6/11/2025. (NO HACE FALTA ESPERAR HASTA EL ÚLTIMO DÍA)</a:t>
            </a:r>
            <a:br>
              <a:rPr lang="en-GB" b="0" dirty="0">
                <a:effectLst/>
                <a:latin typeface="inherit"/>
              </a:rPr>
            </a:br>
            <a:endParaRPr lang="en-GB" b="0" dirty="0">
              <a:effectLst/>
              <a:latin typeface="inherit"/>
            </a:endParaRPr>
          </a:p>
        </p:txBody>
      </p:sp>
    </p:spTree>
    <p:extLst>
      <p:ext uri="{BB962C8B-B14F-4D97-AF65-F5344CB8AC3E}">
        <p14:creationId xmlns:p14="http://schemas.microsoft.com/office/powerpoint/2010/main" val="32171155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B84E6E-A899-1F4B-7078-F6BD20FA8A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55FC0F86-218A-2C76-2439-DFC5B6E9019B}"/>
              </a:ext>
            </a:extLst>
          </p:cNvPr>
          <p:cNvSpPr txBox="1"/>
          <p:nvPr/>
        </p:nvSpPr>
        <p:spPr>
          <a:xfrm>
            <a:off x="1205645" y="848227"/>
            <a:ext cx="100125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/>
              <a:t>Data Science</a:t>
            </a:r>
            <a:endParaRPr lang="es-ES" sz="3600" b="1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A224B2B3-1D6C-FFB1-85D0-50F59BA4FF6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661188" y="5693057"/>
            <a:ext cx="4374431" cy="900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444F173-B932-34B8-4529-BC766EE59B19}"/>
              </a:ext>
            </a:extLst>
          </p:cNvPr>
          <p:cNvSpPr txBox="1">
            <a:spLocks noChangeArrowheads="1"/>
          </p:cNvSpPr>
          <p:nvPr/>
        </p:nvSpPr>
        <p:spPr>
          <a:xfrm>
            <a:off x="5252929" y="3894364"/>
            <a:ext cx="6518501" cy="21908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50800" tIns="50800" rIns="50800" bIns="50800" anchor="ctr">
            <a:normAutofit/>
          </a:bodyPr>
          <a:lstStyle>
            <a:lvl1pPr marL="317500" marR="0" indent="-317500" algn="l" defTabSz="412750" rtl="0" latinLnBrk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2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1pPr>
            <a:lvl2pPr marL="635000" marR="0" indent="-317500" algn="l" defTabSz="412750" rtl="0" latinLnBrk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2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2pPr>
            <a:lvl3pPr marL="952500" marR="0" indent="-317500" algn="l" defTabSz="412750" rtl="0" latinLnBrk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2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3pPr>
            <a:lvl4pPr marL="1270000" marR="0" indent="-317500" algn="l" defTabSz="412750" rtl="0" latinLnBrk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2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4pPr>
            <a:lvl5pPr marL="1587500" marR="0" indent="-317500" algn="l" defTabSz="412750" rtl="0" latinLnBrk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2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5pPr>
            <a:lvl6pPr marL="1905000" marR="0" indent="-317500" algn="l" defTabSz="412750" rtl="0" latinLnBrk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2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6pPr>
            <a:lvl7pPr marL="2222500" marR="0" indent="-317500" algn="l" defTabSz="412750" rtl="0" latinLnBrk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2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7pPr>
            <a:lvl8pPr marL="2540000" marR="0" indent="-317500" algn="l" defTabSz="412750" rtl="0" latinLnBrk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2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8pPr>
            <a:lvl9pPr marL="2857500" marR="0" indent="-317500" algn="l" defTabSz="412750" rtl="0" latinLnBrk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2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9pPr>
          </a:lstStyle>
          <a:p>
            <a:pPr marL="0" indent="0" algn="r" hangingPunct="1">
              <a:buFontTx/>
              <a:buNone/>
            </a:pPr>
            <a:r>
              <a:rPr lang="es-ES" sz="1400" dirty="0">
                <a:solidFill>
                  <a:srgbClr val="262626"/>
                </a:solidFill>
                <a:latin typeface="Helvetica Neue Medium"/>
                <a:sym typeface="Helvetica Neue Medium"/>
              </a:rPr>
              <a:t>Dr. Juan A. Ferrer-Bonsoms		jafhernandez@unav.es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9797A8B6-032E-B35E-0433-91DF7C8BF068}"/>
              </a:ext>
            </a:extLst>
          </p:cNvPr>
          <p:cNvSpPr txBox="1"/>
          <p:nvPr/>
        </p:nvSpPr>
        <p:spPr>
          <a:xfrm>
            <a:off x="1205644" y="2676474"/>
            <a:ext cx="100125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Dimension Reduction - PCA</a:t>
            </a:r>
            <a:endParaRPr lang="es-ES" sz="2800" dirty="0"/>
          </a:p>
        </p:txBody>
      </p:sp>
    </p:spTree>
    <p:extLst>
      <p:ext uri="{BB962C8B-B14F-4D97-AF65-F5344CB8AC3E}">
        <p14:creationId xmlns:p14="http://schemas.microsoft.com/office/powerpoint/2010/main" val="3648576570"/>
      </p:ext>
    </p:extLst>
  </p:cSld>
  <p:clrMapOvr>
    <a:masterClrMapping/>
  </p:clrMapOvr>
</p:sld>
</file>

<file path=ppt/theme/theme1.xml><?xml version="1.0" encoding="utf-8"?>
<a:theme xmlns:a="http://schemas.openxmlformats.org/drawingml/2006/main" name="Diseño personalizad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35846</TotalTime>
  <Words>1105</Words>
  <Application>Microsoft Macintosh PowerPoint</Application>
  <PresentationFormat>Widescreen</PresentationFormat>
  <Paragraphs>149</Paragraphs>
  <Slides>16</Slides>
  <Notes>16</Notes>
  <HiddenSlides>0</HiddenSlides>
  <MMClips>2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Arial</vt:lpstr>
      <vt:lpstr>Calibri</vt:lpstr>
      <vt:lpstr>Calibri Light</vt:lpstr>
      <vt:lpstr>Helvetica Neue Medium</vt:lpstr>
      <vt:lpstr>inherit</vt:lpstr>
      <vt:lpstr>Menlo</vt:lpstr>
      <vt:lpstr>Rotis SansSerif Std</vt:lpstr>
      <vt:lpstr>Diseño personalizado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Ferrer-Bonsoms Hernandez, Juan Angel</dc:creator>
  <cp:lastModifiedBy>Juan Angel Ferrer-Bonsoms Hernandez</cp:lastModifiedBy>
  <cp:revision>327</cp:revision>
  <dcterms:created xsi:type="dcterms:W3CDTF">2022-03-02T10:38:27Z</dcterms:created>
  <dcterms:modified xsi:type="dcterms:W3CDTF">2025-09-29T06:51:38Z</dcterms:modified>
</cp:coreProperties>
</file>