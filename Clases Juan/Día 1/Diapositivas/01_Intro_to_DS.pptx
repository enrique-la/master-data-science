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66" r:id="rId3"/>
    <p:sldId id="268" r:id="rId4"/>
    <p:sldId id="270" r:id="rId5"/>
    <p:sldId id="267" r:id="rId6"/>
    <p:sldId id="269" r:id="rId7"/>
    <p:sldId id="271" r:id="rId8"/>
    <p:sldId id="272" r:id="rId9"/>
    <p:sldId id="273" r:id="rId10"/>
    <p:sldId id="274" r:id="rId11"/>
    <p:sldId id="276" r:id="rId12"/>
    <p:sldId id="275" r:id="rId13"/>
    <p:sldId id="277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D2A1B85C-64C4-E849-B028-DF2574667935}">
          <p14:sldIdLst>
            <p14:sldId id="256"/>
          </p14:sldIdLst>
        </p14:section>
        <p14:section name="introduccion" id="{E6AF0B46-70AA-E24E-83C6-22E955EDFE54}">
          <p14:sldIdLst>
            <p14:sldId id="266"/>
            <p14:sldId id="268"/>
            <p14:sldId id="270"/>
            <p14:sldId id="267"/>
            <p14:sldId id="269"/>
            <p14:sldId id="271"/>
            <p14:sldId id="272"/>
            <p14:sldId id="273"/>
            <p14:sldId id="274"/>
            <p14:sldId id="276"/>
            <p14:sldId id="275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6F6C"/>
    <a:srgbClr val="B7100C"/>
    <a:srgbClr val="A1FFFF"/>
    <a:srgbClr val="930300"/>
    <a:srgbClr val="FEFFFF"/>
    <a:srgbClr val="015559"/>
    <a:srgbClr val="017307"/>
    <a:srgbClr val="934300"/>
    <a:srgbClr val="E5E51B"/>
    <a:srgbClr val="DEAD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D78546-C880-444F-8CD5-E7186DEC6647}" v="8" dt="2023-01-30T10:53:55.051"/>
    <p1510:client id="{D2565D78-CD43-BF4E-9979-7DAFE9AC528F}" v="81" dt="2023-01-29T17:45:28.5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15"/>
    <p:restoredTop sz="96374" autoAdjust="0"/>
  </p:normalViewPr>
  <p:slideViewPr>
    <p:cSldViewPr snapToGrid="0" snapToObjects="1">
      <p:cViewPr varScale="1">
        <p:scale>
          <a:sx n="111" d="100"/>
          <a:sy n="111" d="100"/>
        </p:scale>
        <p:origin x="1044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21" d="100"/>
          <a:sy n="121" d="100"/>
        </p:scale>
        <p:origin x="507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rer-Bonsoms Hernandez, Juan Angel" userId="3ee72a98-c108-4a22-84cf-0fb1bff741c5" providerId="ADAL" clId="{27D78546-C880-444F-8CD5-E7186DEC6647}"/>
    <pc:docChg chg="undo custSel addSld modSld">
      <pc:chgData name="Ferrer-Bonsoms Hernandez, Juan Angel" userId="3ee72a98-c108-4a22-84cf-0fb1bff741c5" providerId="ADAL" clId="{27D78546-C880-444F-8CD5-E7186DEC6647}" dt="2023-01-30T15:31:23.481" v="2367"/>
      <pc:docMkLst>
        <pc:docMk/>
      </pc:docMkLst>
      <pc:sldChg chg="addSp modSp mod modNotesTx">
        <pc:chgData name="Ferrer-Bonsoms Hernandez, Juan Angel" userId="3ee72a98-c108-4a22-84cf-0fb1bff741c5" providerId="ADAL" clId="{27D78546-C880-444F-8CD5-E7186DEC6647}" dt="2023-01-30T11:55:48.313" v="842" actId="20577"/>
        <pc:sldMkLst>
          <pc:docMk/>
          <pc:sldMk cId="3704739434" sldId="256"/>
        </pc:sldMkLst>
        <pc:spChg chg="add mod">
          <ac:chgData name="Ferrer-Bonsoms Hernandez, Juan Angel" userId="3ee72a98-c108-4a22-84cf-0fb1bff741c5" providerId="ADAL" clId="{27D78546-C880-444F-8CD5-E7186DEC6647}" dt="2023-01-30T11:55:48.313" v="842" actId="20577"/>
          <ac:spMkLst>
            <pc:docMk/>
            <pc:sldMk cId="3704739434" sldId="256"/>
            <ac:spMk id="2" creationId="{5915FB93-FBAB-B2D4-4FE1-97A622607566}"/>
          </ac:spMkLst>
        </pc:spChg>
      </pc:sldChg>
      <pc:sldChg chg="modNotesTx">
        <pc:chgData name="Ferrer-Bonsoms Hernandez, Juan Angel" userId="3ee72a98-c108-4a22-84cf-0fb1bff741c5" providerId="ADAL" clId="{27D78546-C880-444F-8CD5-E7186DEC6647}" dt="2023-01-30T08:28:12.624" v="1" actId="20577"/>
        <pc:sldMkLst>
          <pc:docMk/>
          <pc:sldMk cId="91414043" sldId="266"/>
        </pc:sldMkLst>
      </pc:sldChg>
      <pc:sldChg chg="addSp delSp modSp mod">
        <pc:chgData name="Ferrer-Bonsoms Hernandez, Juan Angel" userId="3ee72a98-c108-4a22-84cf-0fb1bff741c5" providerId="ADAL" clId="{27D78546-C880-444F-8CD5-E7186DEC6647}" dt="2023-01-30T15:22:50.602" v="1918"/>
        <pc:sldMkLst>
          <pc:docMk/>
          <pc:sldMk cId="3327394686" sldId="273"/>
        </pc:sldMkLst>
        <pc:spChg chg="add mod">
          <ac:chgData name="Ferrer-Bonsoms Hernandez, Juan Angel" userId="3ee72a98-c108-4a22-84cf-0fb1bff741c5" providerId="ADAL" clId="{27D78546-C880-444F-8CD5-E7186DEC6647}" dt="2023-01-30T08:33:50.240" v="31"/>
          <ac:spMkLst>
            <pc:docMk/>
            <pc:sldMk cId="3327394686" sldId="273"/>
            <ac:spMk id="3" creationId="{B22987D5-A4D8-7F43-4BCB-5C1D2D40D7A8}"/>
          </ac:spMkLst>
        </pc:spChg>
        <pc:spChg chg="add del mod">
          <ac:chgData name="Ferrer-Bonsoms Hernandez, Juan Angel" userId="3ee72a98-c108-4a22-84cf-0fb1bff741c5" providerId="ADAL" clId="{27D78546-C880-444F-8CD5-E7186DEC6647}" dt="2023-01-30T15:22:44.773" v="1917" actId="478"/>
          <ac:spMkLst>
            <pc:docMk/>
            <pc:sldMk cId="3327394686" sldId="273"/>
            <ac:spMk id="14" creationId="{BC15A2A2-0597-0B19-CC29-5400D3659B1F}"/>
          </ac:spMkLst>
        </pc:spChg>
        <pc:spChg chg="mod">
          <ac:chgData name="Ferrer-Bonsoms Hernandez, Juan Angel" userId="3ee72a98-c108-4a22-84cf-0fb1bff741c5" providerId="ADAL" clId="{27D78546-C880-444F-8CD5-E7186DEC6647}" dt="2023-01-30T08:33:13.251" v="28" actId="20577"/>
          <ac:spMkLst>
            <pc:docMk/>
            <pc:sldMk cId="3327394686" sldId="273"/>
            <ac:spMk id="15" creationId="{12D2CBB8-CDAF-684F-A9F2-5DC092116F68}"/>
          </ac:spMkLst>
        </pc:spChg>
        <pc:spChg chg="add del">
          <ac:chgData name="Ferrer-Bonsoms Hernandez, Juan Angel" userId="3ee72a98-c108-4a22-84cf-0fb1bff741c5" providerId="ADAL" clId="{27D78546-C880-444F-8CD5-E7186DEC6647}" dt="2023-01-30T10:52:53.586" v="120"/>
          <ac:spMkLst>
            <pc:docMk/>
            <pc:sldMk cId="3327394686" sldId="273"/>
            <ac:spMk id="23" creationId="{282BEFB9-746A-07B6-93DE-23B20C9F565C}"/>
          </ac:spMkLst>
        </pc:spChg>
        <pc:spChg chg="add del">
          <ac:chgData name="Ferrer-Bonsoms Hernandez, Juan Angel" userId="3ee72a98-c108-4a22-84cf-0fb1bff741c5" providerId="ADAL" clId="{27D78546-C880-444F-8CD5-E7186DEC6647}" dt="2023-01-30T10:56:58.369" v="152"/>
          <ac:spMkLst>
            <pc:docMk/>
            <pc:sldMk cId="3327394686" sldId="273"/>
            <ac:spMk id="27" creationId="{C3951885-EC30-0262-2D9A-6F57BE112EA5}"/>
          </ac:spMkLst>
        </pc:spChg>
        <pc:spChg chg="add mod">
          <ac:chgData name="Ferrer-Bonsoms Hernandez, Juan Angel" userId="3ee72a98-c108-4a22-84cf-0fb1bff741c5" providerId="ADAL" clId="{27D78546-C880-444F-8CD5-E7186DEC6647}" dt="2023-01-30T10:58:15.615" v="172" actId="1076"/>
          <ac:spMkLst>
            <pc:docMk/>
            <pc:sldMk cId="3327394686" sldId="273"/>
            <ac:spMk id="29" creationId="{F2A0440E-949B-D373-CCD0-7C1AD7494757}"/>
          </ac:spMkLst>
        </pc:spChg>
        <pc:spChg chg="add mod">
          <ac:chgData name="Ferrer-Bonsoms Hernandez, Juan Angel" userId="3ee72a98-c108-4a22-84cf-0fb1bff741c5" providerId="ADAL" clId="{27D78546-C880-444F-8CD5-E7186DEC6647}" dt="2023-01-30T10:58:34.359" v="183" actId="1076"/>
          <ac:spMkLst>
            <pc:docMk/>
            <pc:sldMk cId="3327394686" sldId="273"/>
            <ac:spMk id="30" creationId="{F164CC86-2BC4-63DF-E60E-F9741EB05882}"/>
          </ac:spMkLst>
        </pc:spChg>
        <pc:spChg chg="add mod">
          <ac:chgData name="Ferrer-Bonsoms Hernandez, Juan Angel" userId="3ee72a98-c108-4a22-84cf-0fb1bff741c5" providerId="ADAL" clId="{27D78546-C880-444F-8CD5-E7186DEC6647}" dt="2023-01-30T11:17:03.302" v="432" actId="1038"/>
          <ac:spMkLst>
            <pc:docMk/>
            <pc:sldMk cId="3327394686" sldId="273"/>
            <ac:spMk id="32" creationId="{27D3924E-F978-7CD7-DA70-236728176508}"/>
          </ac:spMkLst>
        </pc:spChg>
        <pc:spChg chg="add mod">
          <ac:chgData name="Ferrer-Bonsoms Hernandez, Juan Angel" userId="3ee72a98-c108-4a22-84cf-0fb1bff741c5" providerId="ADAL" clId="{27D78546-C880-444F-8CD5-E7186DEC6647}" dt="2023-01-30T15:22:50.602" v="1918"/>
          <ac:spMkLst>
            <pc:docMk/>
            <pc:sldMk cId="3327394686" sldId="273"/>
            <ac:spMk id="34" creationId="{9DC746DF-CF01-A281-4833-3738BC1D311F}"/>
          </ac:spMkLst>
        </pc:spChg>
        <pc:picChg chg="add mod">
          <ac:chgData name="Ferrer-Bonsoms Hernandez, Juan Angel" userId="3ee72a98-c108-4a22-84cf-0fb1bff741c5" providerId="ADAL" clId="{27D78546-C880-444F-8CD5-E7186DEC6647}" dt="2023-01-30T09:15:38.652" v="60" actId="1076"/>
          <ac:picMkLst>
            <pc:docMk/>
            <pc:sldMk cId="3327394686" sldId="273"/>
            <ac:picMk id="2" creationId="{7FA1557B-EFD1-8E7B-9D93-F419D148F36E}"/>
          </ac:picMkLst>
        </pc:picChg>
        <pc:picChg chg="add mod">
          <ac:chgData name="Ferrer-Bonsoms Hernandez, Juan Angel" userId="3ee72a98-c108-4a22-84cf-0fb1bff741c5" providerId="ADAL" clId="{27D78546-C880-444F-8CD5-E7186DEC6647}" dt="2023-01-30T10:51:19.307" v="110" actId="1076"/>
          <ac:picMkLst>
            <pc:docMk/>
            <pc:sldMk cId="3327394686" sldId="273"/>
            <ac:picMk id="5" creationId="{2E247468-21E3-9061-D44A-39742C733BE4}"/>
          </ac:picMkLst>
        </pc:picChg>
        <pc:picChg chg="add mod modCrop">
          <ac:chgData name="Ferrer-Bonsoms Hernandez, Juan Angel" userId="3ee72a98-c108-4a22-84cf-0fb1bff741c5" providerId="ADAL" clId="{27D78546-C880-444F-8CD5-E7186DEC6647}" dt="2023-01-30T10:53:21.326" v="127" actId="1076"/>
          <ac:picMkLst>
            <pc:docMk/>
            <pc:sldMk cId="3327394686" sldId="273"/>
            <ac:picMk id="24" creationId="{469CB5D0-FA73-F089-C413-DA6F728AA0B1}"/>
          </ac:picMkLst>
        </pc:picChg>
        <pc:picChg chg="add mod modCrop">
          <ac:chgData name="Ferrer-Bonsoms Hernandez, Juan Angel" userId="3ee72a98-c108-4a22-84cf-0fb1bff741c5" providerId="ADAL" clId="{27D78546-C880-444F-8CD5-E7186DEC6647}" dt="2023-01-30T10:54:45.337" v="144" actId="1076"/>
          <ac:picMkLst>
            <pc:docMk/>
            <pc:sldMk cId="3327394686" sldId="273"/>
            <ac:picMk id="25" creationId="{99740EA7-3992-601A-4EAF-5EDF5EC7EBFC}"/>
          </ac:picMkLst>
        </pc:picChg>
        <pc:picChg chg="add mod modCrop">
          <ac:chgData name="Ferrer-Bonsoms Hernandez, Juan Angel" userId="3ee72a98-c108-4a22-84cf-0fb1bff741c5" providerId="ADAL" clId="{27D78546-C880-444F-8CD5-E7186DEC6647}" dt="2023-01-30T10:55:41.602" v="150" actId="1076"/>
          <ac:picMkLst>
            <pc:docMk/>
            <pc:sldMk cId="3327394686" sldId="273"/>
            <ac:picMk id="26" creationId="{32B843FC-217A-DA46-DC72-41DCEE667C20}"/>
          </ac:picMkLst>
        </pc:picChg>
        <pc:picChg chg="add mod modCrop">
          <ac:chgData name="Ferrer-Bonsoms Hernandez, Juan Angel" userId="3ee72a98-c108-4a22-84cf-0fb1bff741c5" providerId="ADAL" clId="{27D78546-C880-444F-8CD5-E7186DEC6647}" dt="2023-01-30T10:57:23.612" v="160" actId="1076"/>
          <ac:picMkLst>
            <pc:docMk/>
            <pc:sldMk cId="3327394686" sldId="273"/>
            <ac:picMk id="28" creationId="{7F25A2A0-AB99-3309-040F-57406D1F8F58}"/>
          </ac:picMkLst>
        </pc:picChg>
        <pc:picChg chg="add mod">
          <ac:chgData name="Ferrer-Bonsoms Hernandez, Juan Angel" userId="3ee72a98-c108-4a22-84cf-0fb1bff741c5" providerId="ADAL" clId="{27D78546-C880-444F-8CD5-E7186DEC6647}" dt="2023-01-30T15:22:42.514" v="1916"/>
          <ac:picMkLst>
            <pc:docMk/>
            <pc:sldMk cId="3327394686" sldId="273"/>
            <ac:picMk id="33" creationId="{27BD61ED-82DC-A40D-EEDC-9A82C6F7E000}"/>
          </ac:picMkLst>
        </pc:picChg>
        <pc:inkChg chg="add">
          <ac:chgData name="Ferrer-Bonsoms Hernandez, Juan Angel" userId="3ee72a98-c108-4a22-84cf-0fb1bff741c5" providerId="ADAL" clId="{27D78546-C880-444F-8CD5-E7186DEC6647}" dt="2023-01-30T10:51:37.935" v="115" actId="9405"/>
          <ac:inkMkLst>
            <pc:docMk/>
            <pc:sldMk cId="3327394686" sldId="273"/>
            <ac:inkMk id="20" creationId="{56EF7571-4EA8-24D4-785A-319B646A07A7}"/>
          </ac:inkMkLst>
        </pc:inkChg>
        <pc:inkChg chg="add del">
          <ac:chgData name="Ferrer-Bonsoms Hernandez, Juan Angel" userId="3ee72a98-c108-4a22-84cf-0fb1bff741c5" providerId="ADAL" clId="{27D78546-C880-444F-8CD5-E7186DEC6647}" dt="2023-01-30T10:51:43.831" v="117" actId="9405"/>
          <ac:inkMkLst>
            <pc:docMk/>
            <pc:sldMk cId="3327394686" sldId="273"/>
            <ac:inkMk id="21" creationId="{9C252E52-3F48-FD31-ABC7-4E4AA02BE255}"/>
          </ac:inkMkLst>
        </pc:inkChg>
        <pc:inkChg chg="add">
          <ac:chgData name="Ferrer-Bonsoms Hernandez, Juan Angel" userId="3ee72a98-c108-4a22-84cf-0fb1bff741c5" providerId="ADAL" clId="{27D78546-C880-444F-8CD5-E7186DEC6647}" dt="2023-01-30T10:51:47.812" v="118" actId="9405"/>
          <ac:inkMkLst>
            <pc:docMk/>
            <pc:sldMk cId="3327394686" sldId="273"/>
            <ac:inkMk id="22" creationId="{A7A65928-3B3F-F1EE-B9D9-1AEFAE0E7011}"/>
          </ac:inkMkLst>
        </pc:inkChg>
        <pc:cxnChg chg="add mod">
          <ac:chgData name="Ferrer-Bonsoms Hernandez, Juan Angel" userId="3ee72a98-c108-4a22-84cf-0fb1bff741c5" providerId="ADAL" clId="{27D78546-C880-444F-8CD5-E7186DEC6647}" dt="2023-01-30T10:51:24.499" v="112" actId="14100"/>
          <ac:cxnSpMkLst>
            <pc:docMk/>
            <pc:sldMk cId="3327394686" sldId="273"/>
            <ac:cxnSpMk id="8" creationId="{05CFC35D-CB15-C0DA-9F0C-1E5CFFD3CC84}"/>
          </ac:cxnSpMkLst>
        </pc:cxnChg>
        <pc:cxnChg chg="add mod">
          <ac:chgData name="Ferrer-Bonsoms Hernandez, Juan Angel" userId="3ee72a98-c108-4a22-84cf-0fb1bff741c5" providerId="ADAL" clId="{27D78546-C880-444F-8CD5-E7186DEC6647}" dt="2023-01-30T10:51:30.427" v="114" actId="14100"/>
          <ac:cxnSpMkLst>
            <pc:docMk/>
            <pc:sldMk cId="3327394686" sldId="273"/>
            <ac:cxnSpMk id="9" creationId="{FF6046A9-B87A-7959-08E3-71EC339CAEE2}"/>
          </ac:cxnSpMkLst>
        </pc:cxnChg>
      </pc:sldChg>
      <pc:sldChg chg="addSp delSp modSp add mod">
        <pc:chgData name="Ferrer-Bonsoms Hernandez, Juan Angel" userId="3ee72a98-c108-4a22-84cf-0fb1bff741c5" providerId="ADAL" clId="{27D78546-C880-444F-8CD5-E7186DEC6647}" dt="2023-01-30T15:22:38.337" v="1915"/>
        <pc:sldMkLst>
          <pc:docMk/>
          <pc:sldMk cId="2120141300" sldId="274"/>
        </pc:sldMkLst>
        <pc:spChg chg="add mod">
          <ac:chgData name="Ferrer-Bonsoms Hernandez, Juan Angel" userId="3ee72a98-c108-4a22-84cf-0fb1bff741c5" providerId="ADAL" clId="{27D78546-C880-444F-8CD5-E7186DEC6647}" dt="2023-01-30T10:59:48.514" v="200" actId="1076"/>
          <ac:spMkLst>
            <pc:docMk/>
            <pc:sldMk cId="2120141300" sldId="274"/>
            <ac:spMk id="7" creationId="{B5F505E4-BCB8-B852-809D-0984C36FBAB6}"/>
          </ac:spMkLst>
        </pc:spChg>
        <pc:spChg chg="add mod">
          <ac:chgData name="Ferrer-Bonsoms Hernandez, Juan Angel" userId="3ee72a98-c108-4a22-84cf-0fb1bff741c5" providerId="ADAL" clId="{27D78546-C880-444F-8CD5-E7186DEC6647}" dt="2023-01-30T10:59:38.402" v="199" actId="1076"/>
          <ac:spMkLst>
            <pc:docMk/>
            <pc:sldMk cId="2120141300" sldId="274"/>
            <ac:spMk id="10" creationId="{4DBA4796-75F5-A011-0BCA-C93837AADB27}"/>
          </ac:spMkLst>
        </pc:spChg>
        <pc:spChg chg="add mod">
          <ac:chgData name="Ferrer-Bonsoms Hernandez, Juan Angel" userId="3ee72a98-c108-4a22-84cf-0fb1bff741c5" providerId="ADAL" clId="{27D78546-C880-444F-8CD5-E7186DEC6647}" dt="2023-01-30T11:00:01.025" v="215" actId="1076"/>
          <ac:spMkLst>
            <pc:docMk/>
            <pc:sldMk cId="2120141300" sldId="274"/>
            <ac:spMk id="11" creationId="{77252318-3E86-6A8B-2FE3-53464F352557}"/>
          </ac:spMkLst>
        </pc:spChg>
        <pc:spChg chg="add mod">
          <ac:chgData name="Ferrer-Bonsoms Hernandez, Juan Angel" userId="3ee72a98-c108-4a22-84cf-0fb1bff741c5" providerId="ADAL" clId="{27D78546-C880-444F-8CD5-E7186DEC6647}" dt="2023-01-30T11:00:09.353" v="228" actId="20577"/>
          <ac:spMkLst>
            <pc:docMk/>
            <pc:sldMk cId="2120141300" sldId="274"/>
            <ac:spMk id="12" creationId="{CAD1887B-B3AC-7BE7-C192-10DF5216B4B7}"/>
          </ac:spMkLst>
        </pc:spChg>
        <pc:spChg chg="mod">
          <ac:chgData name="Ferrer-Bonsoms Hernandez, Juan Angel" userId="3ee72a98-c108-4a22-84cf-0fb1bff741c5" providerId="ADAL" clId="{27D78546-C880-444F-8CD5-E7186DEC6647}" dt="2023-01-30T15:22:34.567" v="1914" actId="1037"/>
          <ac:spMkLst>
            <pc:docMk/>
            <pc:sldMk cId="2120141300" sldId="274"/>
            <ac:spMk id="14" creationId="{BC15A2A2-0597-0B19-CC29-5400D3659B1F}"/>
          </ac:spMkLst>
        </pc:spChg>
        <pc:spChg chg="add mod">
          <ac:chgData name="Ferrer-Bonsoms Hernandez, Juan Angel" userId="3ee72a98-c108-4a22-84cf-0fb1bff741c5" providerId="ADAL" clId="{27D78546-C880-444F-8CD5-E7186DEC6647}" dt="2023-01-30T11:16:59.525" v="430" actId="1037"/>
          <ac:spMkLst>
            <pc:docMk/>
            <pc:sldMk cId="2120141300" sldId="274"/>
            <ac:spMk id="17" creationId="{F2E83527-0B1B-3073-B5B3-36A016BDAF6C}"/>
          </ac:spMkLst>
        </pc:spChg>
        <pc:spChg chg="del mod">
          <ac:chgData name="Ferrer-Bonsoms Hernandez, Juan Angel" userId="3ee72a98-c108-4a22-84cf-0fb1bff741c5" providerId="ADAL" clId="{27D78546-C880-444F-8CD5-E7186DEC6647}" dt="2023-01-30T10:59:22.113" v="194" actId="21"/>
          <ac:spMkLst>
            <pc:docMk/>
            <pc:sldMk cId="2120141300" sldId="274"/>
            <ac:spMk id="29" creationId="{F2A0440E-949B-D373-CCD0-7C1AD7494757}"/>
          </ac:spMkLst>
        </pc:spChg>
        <pc:spChg chg="del">
          <ac:chgData name="Ferrer-Bonsoms Hernandez, Juan Angel" userId="3ee72a98-c108-4a22-84cf-0fb1bff741c5" providerId="ADAL" clId="{27D78546-C880-444F-8CD5-E7186DEC6647}" dt="2023-01-30T10:59:32.090" v="197" actId="21"/>
          <ac:spMkLst>
            <pc:docMk/>
            <pc:sldMk cId="2120141300" sldId="274"/>
            <ac:spMk id="30" creationId="{F164CC86-2BC4-63DF-E60E-F9741EB05882}"/>
          </ac:spMkLst>
        </pc:spChg>
        <pc:picChg chg="add mod">
          <ac:chgData name="Ferrer-Bonsoms Hernandez, Juan Angel" userId="3ee72a98-c108-4a22-84cf-0fb1bff741c5" providerId="ADAL" clId="{27D78546-C880-444F-8CD5-E7186DEC6647}" dt="2023-01-30T10:59:18.552" v="192" actId="1076"/>
          <ac:picMkLst>
            <pc:docMk/>
            <pc:sldMk cId="2120141300" sldId="274"/>
            <ac:picMk id="4" creationId="{30338A0A-6E30-E25B-49F6-E472F8D71DB2}"/>
          </ac:picMkLst>
        </pc:picChg>
        <pc:picChg chg="add mod modCrop">
          <ac:chgData name="Ferrer-Bonsoms Hernandez, Juan Angel" userId="3ee72a98-c108-4a22-84cf-0fb1bff741c5" providerId="ADAL" clId="{27D78546-C880-444F-8CD5-E7186DEC6647}" dt="2023-01-30T11:04:54.721" v="234" actId="732"/>
          <ac:picMkLst>
            <pc:docMk/>
            <pc:sldMk cId="2120141300" sldId="274"/>
            <ac:picMk id="16" creationId="{DF013C29-6A72-01C1-A02C-A1E5465DC621}"/>
          </ac:picMkLst>
        </pc:picChg>
        <pc:picChg chg="add mod">
          <ac:chgData name="Ferrer-Bonsoms Hernandez, Juan Angel" userId="3ee72a98-c108-4a22-84cf-0fb1bff741c5" providerId="ADAL" clId="{27D78546-C880-444F-8CD5-E7186DEC6647}" dt="2023-01-30T15:22:38.337" v="1915"/>
          <ac:picMkLst>
            <pc:docMk/>
            <pc:sldMk cId="2120141300" sldId="274"/>
            <ac:picMk id="18" creationId="{096C8210-E01E-678D-0BDD-3217654636D2}"/>
          </ac:picMkLst>
        </pc:picChg>
        <pc:picChg chg="del">
          <ac:chgData name="Ferrer-Bonsoms Hernandez, Juan Angel" userId="3ee72a98-c108-4a22-84cf-0fb1bff741c5" providerId="ADAL" clId="{27D78546-C880-444F-8CD5-E7186DEC6647}" dt="2023-01-30T10:58:50.687" v="185" actId="478"/>
          <ac:picMkLst>
            <pc:docMk/>
            <pc:sldMk cId="2120141300" sldId="274"/>
            <ac:picMk id="25" creationId="{99740EA7-3992-601A-4EAF-5EDF5EC7EBFC}"/>
          </ac:picMkLst>
        </pc:picChg>
        <pc:picChg chg="del">
          <ac:chgData name="Ferrer-Bonsoms Hernandez, Juan Angel" userId="3ee72a98-c108-4a22-84cf-0fb1bff741c5" providerId="ADAL" clId="{27D78546-C880-444F-8CD5-E7186DEC6647}" dt="2023-01-30T10:58:53.480" v="186" actId="478"/>
          <ac:picMkLst>
            <pc:docMk/>
            <pc:sldMk cId="2120141300" sldId="274"/>
            <ac:picMk id="26" creationId="{32B843FC-217A-DA46-DC72-41DCEE667C20}"/>
          </ac:picMkLst>
        </pc:picChg>
        <pc:picChg chg="del">
          <ac:chgData name="Ferrer-Bonsoms Hernandez, Juan Angel" userId="3ee72a98-c108-4a22-84cf-0fb1bff741c5" providerId="ADAL" clId="{27D78546-C880-444F-8CD5-E7186DEC6647}" dt="2023-01-30T10:58:54.287" v="187" actId="478"/>
          <ac:picMkLst>
            <pc:docMk/>
            <pc:sldMk cId="2120141300" sldId="274"/>
            <ac:picMk id="28" creationId="{7F25A2A0-AB99-3309-040F-57406D1F8F58}"/>
          </ac:picMkLst>
        </pc:picChg>
      </pc:sldChg>
      <pc:sldChg chg="addSp delSp modSp add mod">
        <pc:chgData name="Ferrer-Bonsoms Hernandez, Juan Angel" userId="3ee72a98-c108-4a22-84cf-0fb1bff741c5" providerId="ADAL" clId="{27D78546-C880-444F-8CD5-E7186DEC6647}" dt="2023-01-30T15:22:27.337" v="1878"/>
        <pc:sldMkLst>
          <pc:docMk/>
          <pc:sldMk cId="608910567" sldId="275"/>
        </pc:sldMkLst>
        <pc:spChg chg="del">
          <ac:chgData name="Ferrer-Bonsoms Hernandez, Juan Angel" userId="3ee72a98-c108-4a22-84cf-0fb1bff741c5" providerId="ADAL" clId="{27D78546-C880-444F-8CD5-E7186DEC6647}" dt="2023-01-30T11:07:34.422" v="311" actId="478"/>
          <ac:spMkLst>
            <pc:docMk/>
            <pc:sldMk cId="608910567" sldId="275"/>
            <ac:spMk id="7" creationId="{B5F505E4-BCB8-B852-809D-0984C36FBAB6}"/>
          </ac:spMkLst>
        </pc:spChg>
        <pc:spChg chg="del">
          <ac:chgData name="Ferrer-Bonsoms Hernandez, Juan Angel" userId="3ee72a98-c108-4a22-84cf-0fb1bff741c5" providerId="ADAL" clId="{27D78546-C880-444F-8CD5-E7186DEC6647}" dt="2023-01-30T11:07:34.422" v="311" actId="478"/>
          <ac:spMkLst>
            <pc:docMk/>
            <pc:sldMk cId="608910567" sldId="275"/>
            <ac:spMk id="10" creationId="{4DBA4796-75F5-A011-0BCA-C93837AADB27}"/>
          </ac:spMkLst>
        </pc:spChg>
        <pc:spChg chg="del">
          <ac:chgData name="Ferrer-Bonsoms Hernandez, Juan Angel" userId="3ee72a98-c108-4a22-84cf-0fb1bff741c5" providerId="ADAL" clId="{27D78546-C880-444F-8CD5-E7186DEC6647}" dt="2023-01-30T11:07:34.422" v="311" actId="478"/>
          <ac:spMkLst>
            <pc:docMk/>
            <pc:sldMk cId="608910567" sldId="275"/>
            <ac:spMk id="11" creationId="{77252318-3E86-6A8B-2FE3-53464F352557}"/>
          </ac:spMkLst>
        </pc:spChg>
        <pc:spChg chg="del">
          <ac:chgData name="Ferrer-Bonsoms Hernandez, Juan Angel" userId="3ee72a98-c108-4a22-84cf-0fb1bff741c5" providerId="ADAL" clId="{27D78546-C880-444F-8CD5-E7186DEC6647}" dt="2023-01-30T11:07:34.422" v="311" actId="478"/>
          <ac:spMkLst>
            <pc:docMk/>
            <pc:sldMk cId="608910567" sldId="275"/>
            <ac:spMk id="12" creationId="{CAD1887B-B3AC-7BE7-C192-10DF5216B4B7}"/>
          </ac:spMkLst>
        </pc:spChg>
        <pc:spChg chg="del">
          <ac:chgData name="Ferrer-Bonsoms Hernandez, Juan Angel" userId="3ee72a98-c108-4a22-84cf-0fb1bff741c5" providerId="ADAL" clId="{27D78546-C880-444F-8CD5-E7186DEC6647}" dt="2023-01-30T11:07:35.927" v="312" actId="478"/>
          <ac:spMkLst>
            <pc:docMk/>
            <pc:sldMk cId="608910567" sldId="275"/>
            <ac:spMk id="14" creationId="{BC15A2A2-0597-0B19-CC29-5400D3659B1F}"/>
          </ac:spMkLst>
        </pc:spChg>
        <pc:spChg chg="mod">
          <ac:chgData name="Ferrer-Bonsoms Hernandez, Juan Angel" userId="3ee72a98-c108-4a22-84cf-0fb1bff741c5" providerId="ADAL" clId="{27D78546-C880-444F-8CD5-E7186DEC6647}" dt="2023-01-30T11:07:47.078" v="332" actId="20577"/>
          <ac:spMkLst>
            <pc:docMk/>
            <pc:sldMk cId="608910567" sldId="275"/>
            <ac:spMk id="15" creationId="{12D2CBB8-CDAF-684F-A9F2-5DC092116F68}"/>
          </ac:spMkLst>
        </pc:spChg>
        <pc:spChg chg="add mod">
          <ac:chgData name="Ferrer-Bonsoms Hernandez, Juan Angel" userId="3ee72a98-c108-4a22-84cf-0fb1bff741c5" providerId="ADAL" clId="{27D78546-C880-444F-8CD5-E7186DEC6647}" dt="2023-01-30T11:09:59.969" v="365" actId="1035"/>
          <ac:spMkLst>
            <pc:docMk/>
            <pc:sldMk cId="608910567" sldId="275"/>
            <ac:spMk id="19" creationId="{4F9C47C3-EC66-63CE-DE5D-BF857B6F8BB0}"/>
          </ac:spMkLst>
        </pc:spChg>
        <pc:spChg chg="add mod">
          <ac:chgData name="Ferrer-Bonsoms Hernandez, Juan Angel" userId="3ee72a98-c108-4a22-84cf-0fb1bff741c5" providerId="ADAL" clId="{27D78546-C880-444F-8CD5-E7186DEC6647}" dt="2023-01-30T11:13:13.943" v="405" actId="1076"/>
          <ac:spMkLst>
            <pc:docMk/>
            <pc:sldMk cId="608910567" sldId="275"/>
            <ac:spMk id="29" creationId="{869B2290-0270-0350-DFC6-8F3F44DEC94F}"/>
          </ac:spMkLst>
        </pc:spChg>
        <pc:spChg chg="add mod">
          <ac:chgData name="Ferrer-Bonsoms Hernandez, Juan Angel" userId="3ee72a98-c108-4a22-84cf-0fb1bff741c5" providerId="ADAL" clId="{27D78546-C880-444F-8CD5-E7186DEC6647}" dt="2023-01-30T11:18:50.719" v="449" actId="1076"/>
          <ac:spMkLst>
            <pc:docMk/>
            <pc:sldMk cId="608910567" sldId="275"/>
            <ac:spMk id="32" creationId="{043159AA-7BF4-2F35-CE0D-3F88198C06EC}"/>
          </ac:spMkLst>
        </pc:spChg>
        <pc:spChg chg="add mod">
          <ac:chgData name="Ferrer-Bonsoms Hernandez, Juan Angel" userId="3ee72a98-c108-4a22-84cf-0fb1bff741c5" providerId="ADAL" clId="{27D78546-C880-444F-8CD5-E7186DEC6647}" dt="2023-01-30T11:21:42.122" v="499" actId="1035"/>
          <ac:spMkLst>
            <pc:docMk/>
            <pc:sldMk cId="608910567" sldId="275"/>
            <ac:spMk id="39" creationId="{2F4E5B2B-7B7B-51F1-A7D0-F4D120A3BBEB}"/>
          </ac:spMkLst>
        </pc:spChg>
        <pc:spChg chg="add mod">
          <ac:chgData name="Ferrer-Bonsoms Hernandez, Juan Angel" userId="3ee72a98-c108-4a22-84cf-0fb1bff741c5" providerId="ADAL" clId="{27D78546-C880-444F-8CD5-E7186DEC6647}" dt="2023-01-30T11:27:17.011" v="576" actId="1076"/>
          <ac:spMkLst>
            <pc:docMk/>
            <pc:sldMk cId="608910567" sldId="275"/>
            <ac:spMk id="42" creationId="{CADC33FE-2942-2861-E5F3-8A6900E91074}"/>
          </ac:spMkLst>
        </pc:spChg>
        <pc:spChg chg="add mod">
          <ac:chgData name="Ferrer-Bonsoms Hernandez, Juan Angel" userId="3ee72a98-c108-4a22-84cf-0fb1bff741c5" providerId="ADAL" clId="{27D78546-C880-444F-8CD5-E7186DEC6647}" dt="2023-01-30T11:26:12.324" v="521" actId="20577"/>
          <ac:spMkLst>
            <pc:docMk/>
            <pc:sldMk cId="608910567" sldId="275"/>
            <ac:spMk id="45" creationId="{F6C3F209-D555-745C-30C5-948A55EEA97C}"/>
          </ac:spMkLst>
        </pc:spChg>
        <pc:spChg chg="add mod">
          <ac:chgData name="Ferrer-Bonsoms Hernandez, Juan Angel" userId="3ee72a98-c108-4a22-84cf-0fb1bff741c5" providerId="ADAL" clId="{27D78546-C880-444F-8CD5-E7186DEC6647}" dt="2023-01-30T11:27:39.357" v="607" actId="20577"/>
          <ac:spMkLst>
            <pc:docMk/>
            <pc:sldMk cId="608910567" sldId="275"/>
            <ac:spMk id="47" creationId="{41B60AEE-B9BD-8827-ADE1-49C7F2A085BA}"/>
          </ac:spMkLst>
        </pc:spChg>
        <pc:spChg chg="add mod">
          <ac:chgData name="Ferrer-Bonsoms Hernandez, Juan Angel" userId="3ee72a98-c108-4a22-84cf-0fb1bff741c5" providerId="ADAL" clId="{27D78546-C880-444F-8CD5-E7186DEC6647}" dt="2023-01-30T11:39:57.883" v="622" actId="20577"/>
          <ac:spMkLst>
            <pc:docMk/>
            <pc:sldMk cId="608910567" sldId="275"/>
            <ac:spMk id="50" creationId="{7177E086-7CBA-A8A0-7430-C89C11ED5D76}"/>
          </ac:spMkLst>
        </pc:spChg>
        <pc:spChg chg="add mod">
          <ac:chgData name="Ferrer-Bonsoms Hernandez, Juan Angel" userId="3ee72a98-c108-4a22-84cf-0fb1bff741c5" providerId="ADAL" clId="{27D78546-C880-444F-8CD5-E7186DEC6647}" dt="2023-01-30T11:47:42.988" v="836" actId="20577"/>
          <ac:spMkLst>
            <pc:docMk/>
            <pc:sldMk cId="608910567" sldId="275"/>
            <ac:spMk id="54" creationId="{E8F5DA8F-6DF4-1EC3-46D8-48000CEB4B89}"/>
          </ac:spMkLst>
        </pc:spChg>
        <pc:picChg chg="del">
          <ac:chgData name="Ferrer-Bonsoms Hernandez, Juan Angel" userId="3ee72a98-c108-4a22-84cf-0fb1bff741c5" providerId="ADAL" clId="{27D78546-C880-444F-8CD5-E7186DEC6647}" dt="2023-01-30T11:07:25.901" v="305" actId="478"/>
          <ac:picMkLst>
            <pc:docMk/>
            <pc:sldMk cId="608910567" sldId="275"/>
            <ac:picMk id="2" creationId="{7FA1557B-EFD1-8E7B-9D93-F419D148F36E}"/>
          </ac:picMkLst>
        </pc:picChg>
        <pc:picChg chg="del">
          <ac:chgData name="Ferrer-Bonsoms Hernandez, Juan Angel" userId="3ee72a98-c108-4a22-84cf-0fb1bff741c5" providerId="ADAL" clId="{27D78546-C880-444F-8CD5-E7186DEC6647}" dt="2023-01-30T11:07:34.422" v="311" actId="478"/>
          <ac:picMkLst>
            <pc:docMk/>
            <pc:sldMk cId="608910567" sldId="275"/>
            <ac:picMk id="4" creationId="{30338A0A-6E30-E25B-49F6-E472F8D71DB2}"/>
          </ac:picMkLst>
        </pc:picChg>
        <pc:picChg chg="del">
          <ac:chgData name="Ferrer-Bonsoms Hernandez, Juan Angel" userId="3ee72a98-c108-4a22-84cf-0fb1bff741c5" providerId="ADAL" clId="{27D78546-C880-444F-8CD5-E7186DEC6647}" dt="2023-01-30T11:07:24.324" v="303" actId="478"/>
          <ac:picMkLst>
            <pc:docMk/>
            <pc:sldMk cId="608910567" sldId="275"/>
            <ac:picMk id="5" creationId="{2E247468-21E3-9061-D44A-39742C733BE4}"/>
          </ac:picMkLst>
        </pc:picChg>
        <pc:picChg chg="del">
          <ac:chgData name="Ferrer-Bonsoms Hernandez, Juan Angel" userId="3ee72a98-c108-4a22-84cf-0fb1bff741c5" providerId="ADAL" clId="{27D78546-C880-444F-8CD5-E7186DEC6647}" dt="2023-01-30T11:07:22.599" v="301" actId="478"/>
          <ac:picMkLst>
            <pc:docMk/>
            <pc:sldMk cId="608910567" sldId="275"/>
            <ac:picMk id="16" creationId="{DF013C29-6A72-01C1-A02C-A1E5465DC621}"/>
          </ac:picMkLst>
        </pc:picChg>
        <pc:picChg chg="add mod">
          <ac:chgData name="Ferrer-Bonsoms Hernandez, Juan Angel" userId="3ee72a98-c108-4a22-84cf-0fb1bff741c5" providerId="ADAL" clId="{27D78546-C880-444F-8CD5-E7186DEC6647}" dt="2023-01-30T11:09:46.170" v="334" actId="1076"/>
          <ac:picMkLst>
            <pc:docMk/>
            <pc:sldMk cId="608910567" sldId="275"/>
            <ac:picMk id="18" creationId="{FBE9A8AF-4B40-F0F8-1FD5-A2A920EA924D}"/>
          </ac:picMkLst>
        </pc:picChg>
        <pc:picChg chg="del">
          <ac:chgData name="Ferrer-Bonsoms Hernandez, Juan Angel" userId="3ee72a98-c108-4a22-84cf-0fb1bff741c5" providerId="ADAL" clId="{27D78546-C880-444F-8CD5-E7186DEC6647}" dt="2023-01-30T11:07:23.173" v="302" actId="478"/>
          <ac:picMkLst>
            <pc:docMk/>
            <pc:sldMk cId="608910567" sldId="275"/>
            <ac:picMk id="24" creationId="{469CB5D0-FA73-F089-C413-DA6F728AA0B1}"/>
          </ac:picMkLst>
        </pc:picChg>
        <pc:picChg chg="add mod">
          <ac:chgData name="Ferrer-Bonsoms Hernandez, Juan Angel" userId="3ee72a98-c108-4a22-84cf-0fb1bff741c5" providerId="ADAL" clId="{27D78546-C880-444F-8CD5-E7186DEC6647}" dt="2023-01-30T11:18:34.373" v="436" actId="1076"/>
          <ac:picMkLst>
            <pc:docMk/>
            <pc:sldMk cId="608910567" sldId="275"/>
            <ac:picMk id="31" creationId="{5BF0B290-8392-E636-9D01-2214ECCF3A3B}"/>
          </ac:picMkLst>
        </pc:picChg>
        <pc:picChg chg="add mod">
          <ac:chgData name="Ferrer-Bonsoms Hernandez, Juan Angel" userId="3ee72a98-c108-4a22-84cf-0fb1bff741c5" providerId="ADAL" clId="{27D78546-C880-444F-8CD5-E7186DEC6647}" dt="2023-01-30T11:21:42.122" v="499" actId="1035"/>
          <ac:picMkLst>
            <pc:docMk/>
            <pc:sldMk cId="608910567" sldId="275"/>
            <ac:picMk id="38" creationId="{F991E9AC-543A-DD66-7D33-7BD33554E405}"/>
          </ac:picMkLst>
        </pc:picChg>
        <pc:picChg chg="add mod">
          <ac:chgData name="Ferrer-Bonsoms Hernandez, Juan Angel" userId="3ee72a98-c108-4a22-84cf-0fb1bff741c5" providerId="ADAL" clId="{27D78546-C880-444F-8CD5-E7186DEC6647}" dt="2023-01-30T11:26:02.249" v="511" actId="1076"/>
          <ac:picMkLst>
            <pc:docMk/>
            <pc:sldMk cId="608910567" sldId="275"/>
            <ac:picMk id="44" creationId="{1BE18D7E-0F2F-1C1E-6448-A348DB235AD3}"/>
          </ac:picMkLst>
        </pc:picChg>
        <pc:picChg chg="add mod">
          <ac:chgData name="Ferrer-Bonsoms Hernandez, Juan Angel" userId="3ee72a98-c108-4a22-84cf-0fb1bff741c5" providerId="ADAL" clId="{27D78546-C880-444F-8CD5-E7186DEC6647}" dt="2023-01-30T11:40:04.462" v="649" actId="1038"/>
          <ac:picMkLst>
            <pc:docMk/>
            <pc:sldMk cId="608910567" sldId="275"/>
            <ac:picMk id="49" creationId="{E4275685-6C34-7E7F-5943-7A9F76381AB5}"/>
          </ac:picMkLst>
        </pc:picChg>
        <pc:picChg chg="add mod">
          <ac:chgData name="Ferrer-Bonsoms Hernandez, Juan Angel" userId="3ee72a98-c108-4a22-84cf-0fb1bff741c5" providerId="ADAL" clId="{27D78546-C880-444F-8CD5-E7186DEC6647}" dt="2023-01-30T15:22:27.337" v="1878"/>
          <ac:picMkLst>
            <pc:docMk/>
            <pc:sldMk cId="608910567" sldId="275"/>
            <ac:picMk id="55" creationId="{9E3F8A55-41E7-43FB-6019-985759DDA0B1}"/>
          </ac:picMkLst>
        </pc:picChg>
        <pc:inkChg chg="del">
          <ac:chgData name="Ferrer-Bonsoms Hernandez, Juan Angel" userId="3ee72a98-c108-4a22-84cf-0fb1bff741c5" providerId="ADAL" clId="{27D78546-C880-444F-8CD5-E7186DEC6647}" dt="2023-01-30T11:07:25.367" v="304" actId="478"/>
          <ac:inkMkLst>
            <pc:docMk/>
            <pc:sldMk cId="608910567" sldId="275"/>
            <ac:inkMk id="20" creationId="{56EF7571-4EA8-24D4-785A-319B646A07A7}"/>
          </ac:inkMkLst>
        </pc:inkChg>
        <pc:inkChg chg="add">
          <ac:chgData name="Ferrer-Bonsoms Hernandez, Juan Angel" userId="3ee72a98-c108-4a22-84cf-0fb1bff741c5" providerId="ADAL" clId="{27D78546-C880-444F-8CD5-E7186DEC6647}" dt="2023-01-30T11:10:17.669" v="366" actId="9405"/>
          <ac:inkMkLst>
            <pc:docMk/>
            <pc:sldMk cId="608910567" sldId="275"/>
            <ac:inkMk id="21" creationId="{43B65287-2EC1-59BD-DEF3-4F9E536CD991}"/>
          </ac:inkMkLst>
        </pc:inkChg>
        <pc:inkChg chg="del">
          <ac:chgData name="Ferrer-Bonsoms Hernandez, Juan Angel" userId="3ee72a98-c108-4a22-84cf-0fb1bff741c5" providerId="ADAL" clId="{27D78546-C880-444F-8CD5-E7186DEC6647}" dt="2023-01-30T11:07:26.597" v="306" actId="478"/>
          <ac:inkMkLst>
            <pc:docMk/>
            <pc:sldMk cId="608910567" sldId="275"/>
            <ac:inkMk id="22" creationId="{A7A65928-3B3F-F1EE-B9D9-1AEFAE0E7011}"/>
          </ac:inkMkLst>
        </pc:inkChg>
        <pc:inkChg chg="add">
          <ac:chgData name="Ferrer-Bonsoms Hernandez, Juan Angel" userId="3ee72a98-c108-4a22-84cf-0fb1bff741c5" providerId="ADAL" clId="{27D78546-C880-444F-8CD5-E7186DEC6647}" dt="2023-01-30T11:10:21.965" v="367" actId="9405"/>
          <ac:inkMkLst>
            <pc:docMk/>
            <pc:sldMk cId="608910567" sldId="275"/>
            <ac:inkMk id="23" creationId="{99CABEE2-FA58-6EB6-0DA9-5B4184275287}"/>
          </ac:inkMkLst>
        </pc:inkChg>
        <pc:inkChg chg="add">
          <ac:chgData name="Ferrer-Bonsoms Hernandez, Juan Angel" userId="3ee72a98-c108-4a22-84cf-0fb1bff741c5" providerId="ADAL" clId="{27D78546-C880-444F-8CD5-E7186DEC6647}" dt="2023-01-30T11:10:25.990" v="368" actId="9405"/>
          <ac:inkMkLst>
            <pc:docMk/>
            <pc:sldMk cId="608910567" sldId="275"/>
            <ac:inkMk id="25" creationId="{73F8B5D6-96DC-1C75-920D-A5884E6C7E7E}"/>
          </ac:inkMkLst>
        </pc:inkChg>
        <pc:inkChg chg="add">
          <ac:chgData name="Ferrer-Bonsoms Hernandez, Juan Angel" userId="3ee72a98-c108-4a22-84cf-0fb1bff741c5" providerId="ADAL" clId="{27D78546-C880-444F-8CD5-E7186DEC6647}" dt="2023-01-30T11:10:41.886" v="369" actId="9405"/>
          <ac:inkMkLst>
            <pc:docMk/>
            <pc:sldMk cId="608910567" sldId="275"/>
            <ac:inkMk id="26" creationId="{A619B9EA-B8B2-B4B7-A357-EA9099260F41}"/>
          </ac:inkMkLst>
        </pc:inkChg>
        <pc:inkChg chg="add">
          <ac:chgData name="Ferrer-Bonsoms Hernandez, Juan Angel" userId="3ee72a98-c108-4a22-84cf-0fb1bff741c5" providerId="ADAL" clId="{27D78546-C880-444F-8CD5-E7186DEC6647}" dt="2023-01-30T11:10:44.373" v="370" actId="9405"/>
          <ac:inkMkLst>
            <pc:docMk/>
            <pc:sldMk cId="608910567" sldId="275"/>
            <ac:inkMk id="27" creationId="{F48947F8-2D75-44B8-18F9-0FD8E20D04DF}"/>
          </ac:inkMkLst>
        </pc:inkChg>
        <pc:inkChg chg="add">
          <ac:chgData name="Ferrer-Bonsoms Hernandez, Juan Angel" userId="3ee72a98-c108-4a22-84cf-0fb1bff741c5" providerId="ADAL" clId="{27D78546-C880-444F-8CD5-E7186DEC6647}" dt="2023-01-30T11:10:50.180" v="371" actId="9405"/>
          <ac:inkMkLst>
            <pc:docMk/>
            <pc:sldMk cId="608910567" sldId="275"/>
            <ac:inkMk id="28" creationId="{D1D6A919-3A80-F5FC-E867-AA7BB71FADFC}"/>
          </ac:inkMkLst>
        </pc:inkChg>
        <pc:inkChg chg="add del">
          <ac:chgData name="Ferrer-Bonsoms Hernandez, Juan Angel" userId="3ee72a98-c108-4a22-84cf-0fb1bff741c5" providerId="ADAL" clId="{27D78546-C880-444F-8CD5-E7186DEC6647}" dt="2023-01-30T11:19:13.673" v="451" actId="9405"/>
          <ac:inkMkLst>
            <pc:docMk/>
            <pc:sldMk cId="608910567" sldId="275"/>
            <ac:inkMk id="33" creationId="{2A2FF541-4998-1557-7EC8-F0E1B776E432}"/>
          </ac:inkMkLst>
        </pc:inkChg>
        <pc:inkChg chg="add">
          <ac:chgData name="Ferrer-Bonsoms Hernandez, Juan Angel" userId="3ee72a98-c108-4a22-84cf-0fb1bff741c5" providerId="ADAL" clId="{27D78546-C880-444F-8CD5-E7186DEC6647}" dt="2023-01-30T11:19:16.041" v="452" actId="9405"/>
          <ac:inkMkLst>
            <pc:docMk/>
            <pc:sldMk cId="608910567" sldId="275"/>
            <ac:inkMk id="34" creationId="{D0B6FAD9-CE3F-9B93-CA5D-AB457CEBAFCD}"/>
          </ac:inkMkLst>
        </pc:inkChg>
        <pc:inkChg chg="add">
          <ac:chgData name="Ferrer-Bonsoms Hernandez, Juan Angel" userId="3ee72a98-c108-4a22-84cf-0fb1bff741c5" providerId="ADAL" clId="{27D78546-C880-444F-8CD5-E7186DEC6647}" dt="2023-01-30T11:19:18.622" v="453" actId="9405"/>
          <ac:inkMkLst>
            <pc:docMk/>
            <pc:sldMk cId="608910567" sldId="275"/>
            <ac:inkMk id="35" creationId="{4F879F3C-EA0A-EF19-A32D-BC2ABA397BFB}"/>
          </ac:inkMkLst>
        </pc:inkChg>
        <pc:inkChg chg="add">
          <ac:chgData name="Ferrer-Bonsoms Hernandez, Juan Angel" userId="3ee72a98-c108-4a22-84cf-0fb1bff741c5" providerId="ADAL" clId="{27D78546-C880-444F-8CD5-E7186DEC6647}" dt="2023-01-30T11:19:23.114" v="454" actId="9405"/>
          <ac:inkMkLst>
            <pc:docMk/>
            <pc:sldMk cId="608910567" sldId="275"/>
            <ac:inkMk id="36" creationId="{C37B882E-24C7-B63C-3F56-E96D8C305EEF}"/>
          </ac:inkMkLst>
        </pc:inkChg>
        <pc:inkChg chg="add mod">
          <ac:chgData name="Ferrer-Bonsoms Hernandez, Juan Angel" userId="3ee72a98-c108-4a22-84cf-0fb1bff741c5" providerId="ADAL" clId="{27D78546-C880-444F-8CD5-E7186DEC6647}" dt="2023-01-30T11:26:20.094" v="571" actId="1035"/>
          <ac:inkMkLst>
            <pc:docMk/>
            <pc:sldMk cId="608910567" sldId="275"/>
            <ac:inkMk id="40" creationId="{21B2F592-5BA9-CB49-B3D2-9D7830B013EA}"/>
          </ac:inkMkLst>
        </pc:inkChg>
        <pc:inkChg chg="add mod">
          <ac:chgData name="Ferrer-Bonsoms Hernandez, Juan Angel" userId="3ee72a98-c108-4a22-84cf-0fb1bff741c5" providerId="ADAL" clId="{27D78546-C880-444F-8CD5-E7186DEC6647}" dt="2023-01-30T11:26:25.395" v="573" actId="1076"/>
          <ac:inkMkLst>
            <pc:docMk/>
            <pc:sldMk cId="608910567" sldId="275"/>
            <ac:inkMk id="46" creationId="{323F51FB-7FD5-80E4-84A0-DF0C5595AB89}"/>
          </ac:inkMkLst>
        </pc:inkChg>
        <pc:inkChg chg="add mod">
          <ac:chgData name="Ferrer-Bonsoms Hernandez, Juan Angel" userId="3ee72a98-c108-4a22-84cf-0fb1bff741c5" providerId="ADAL" clId="{27D78546-C880-444F-8CD5-E7186DEC6647}" dt="2023-01-30T11:40:13.516" v="651" actId="1076"/>
          <ac:inkMkLst>
            <pc:docMk/>
            <pc:sldMk cId="608910567" sldId="275"/>
            <ac:inkMk id="51" creationId="{30E88AD4-7285-F057-46FC-FCF74A2C30D5}"/>
          </ac:inkMkLst>
        </pc:inkChg>
        <pc:inkChg chg="add mod">
          <ac:chgData name="Ferrer-Bonsoms Hernandez, Juan Angel" userId="3ee72a98-c108-4a22-84cf-0fb1bff741c5" providerId="ADAL" clId="{27D78546-C880-444F-8CD5-E7186DEC6647}" dt="2023-01-30T11:40:20.958" v="656" actId="1035"/>
          <ac:inkMkLst>
            <pc:docMk/>
            <pc:sldMk cId="608910567" sldId="275"/>
            <ac:inkMk id="52" creationId="{4520B880-7923-A1CD-124A-B920F6151BDC}"/>
          </ac:inkMkLst>
        </pc:inkChg>
        <pc:inkChg chg="add mod">
          <ac:chgData name="Ferrer-Bonsoms Hernandez, Juan Angel" userId="3ee72a98-c108-4a22-84cf-0fb1bff741c5" providerId="ADAL" clId="{27D78546-C880-444F-8CD5-E7186DEC6647}" dt="2023-01-30T11:40:25.397" v="658" actId="1076"/>
          <ac:inkMkLst>
            <pc:docMk/>
            <pc:sldMk cId="608910567" sldId="275"/>
            <ac:inkMk id="53" creationId="{F802CA52-055C-6512-84DE-74DA70CD00D8}"/>
          </ac:inkMkLst>
        </pc:inkChg>
        <pc:cxnChg chg="del">
          <ac:chgData name="Ferrer-Bonsoms Hernandez, Juan Angel" userId="3ee72a98-c108-4a22-84cf-0fb1bff741c5" providerId="ADAL" clId="{27D78546-C880-444F-8CD5-E7186DEC6647}" dt="2023-01-30T11:07:31.940" v="310" actId="478"/>
          <ac:cxnSpMkLst>
            <pc:docMk/>
            <pc:sldMk cId="608910567" sldId="275"/>
            <ac:cxnSpMk id="8" creationId="{05CFC35D-CB15-C0DA-9F0C-1E5CFFD3CC84}"/>
          </ac:cxnSpMkLst>
        </pc:cxnChg>
        <pc:cxnChg chg="del">
          <ac:chgData name="Ferrer-Bonsoms Hernandez, Juan Angel" userId="3ee72a98-c108-4a22-84cf-0fb1bff741c5" providerId="ADAL" clId="{27D78546-C880-444F-8CD5-E7186DEC6647}" dt="2023-01-30T11:07:31.306" v="309" actId="478"/>
          <ac:cxnSpMkLst>
            <pc:docMk/>
            <pc:sldMk cId="608910567" sldId="275"/>
            <ac:cxnSpMk id="9" creationId="{FF6046A9-B87A-7959-08E3-71EC339CAEE2}"/>
          </ac:cxnSpMkLst>
        </pc:cxnChg>
      </pc:sldChg>
      <pc:sldChg chg="addSp delSp modSp add mod">
        <pc:chgData name="Ferrer-Bonsoms Hernandez, Juan Angel" userId="3ee72a98-c108-4a22-84cf-0fb1bff741c5" providerId="ADAL" clId="{27D78546-C880-444F-8CD5-E7186DEC6647}" dt="2023-01-30T15:22:25.433" v="1877"/>
        <pc:sldMkLst>
          <pc:docMk/>
          <pc:sldMk cId="203061699" sldId="276"/>
        </pc:sldMkLst>
        <pc:spChg chg="del">
          <ac:chgData name="Ferrer-Bonsoms Hernandez, Juan Angel" userId="3ee72a98-c108-4a22-84cf-0fb1bff741c5" providerId="ADAL" clId="{27D78546-C880-444F-8CD5-E7186DEC6647}" dt="2023-01-30T11:51:26.854" v="840" actId="478"/>
          <ac:spMkLst>
            <pc:docMk/>
            <pc:sldMk cId="203061699" sldId="276"/>
            <ac:spMk id="32" creationId="{043159AA-7BF4-2F35-CE0D-3F88198C06EC}"/>
          </ac:spMkLst>
        </pc:spChg>
        <pc:picChg chg="add mod">
          <ac:chgData name="Ferrer-Bonsoms Hernandez, Juan Angel" userId="3ee72a98-c108-4a22-84cf-0fb1bff741c5" providerId="ADAL" clId="{27D78546-C880-444F-8CD5-E7186DEC6647}" dt="2023-01-30T14:16:32.789" v="846" actId="14100"/>
          <ac:picMkLst>
            <pc:docMk/>
            <pc:sldMk cId="203061699" sldId="276"/>
            <ac:picMk id="2" creationId="{9B59B6A1-440B-504E-734E-2EB36C4633ED}"/>
          </ac:picMkLst>
        </pc:picChg>
        <pc:picChg chg="add mod">
          <ac:chgData name="Ferrer-Bonsoms Hernandez, Juan Angel" userId="3ee72a98-c108-4a22-84cf-0fb1bff741c5" providerId="ADAL" clId="{27D78546-C880-444F-8CD5-E7186DEC6647}" dt="2023-01-30T15:22:25.433" v="1877"/>
          <ac:picMkLst>
            <pc:docMk/>
            <pc:sldMk cId="203061699" sldId="276"/>
            <ac:picMk id="4" creationId="{76C8C3D3-FAE8-F3CC-A979-239436DEC667}"/>
          </ac:picMkLst>
        </pc:picChg>
        <pc:picChg chg="del">
          <ac:chgData name="Ferrer-Bonsoms Hernandez, Juan Angel" userId="3ee72a98-c108-4a22-84cf-0fb1bff741c5" providerId="ADAL" clId="{27D78546-C880-444F-8CD5-E7186DEC6647}" dt="2023-01-30T11:51:23.737" v="838" actId="478"/>
          <ac:picMkLst>
            <pc:docMk/>
            <pc:sldMk cId="203061699" sldId="276"/>
            <ac:picMk id="31" creationId="{5BF0B290-8392-E636-9D01-2214ECCF3A3B}"/>
          </ac:picMkLst>
        </pc:picChg>
        <pc:inkChg chg="del">
          <ac:chgData name="Ferrer-Bonsoms Hernandez, Juan Angel" userId="3ee72a98-c108-4a22-84cf-0fb1bff741c5" providerId="ADAL" clId="{27D78546-C880-444F-8CD5-E7186DEC6647}" dt="2023-01-30T11:51:28.600" v="841" actId="478"/>
          <ac:inkMkLst>
            <pc:docMk/>
            <pc:sldMk cId="203061699" sldId="276"/>
            <ac:inkMk id="34" creationId="{D0B6FAD9-CE3F-9B93-CA5D-AB457CEBAFCD}"/>
          </ac:inkMkLst>
        </pc:inkChg>
        <pc:inkChg chg="del">
          <ac:chgData name="Ferrer-Bonsoms Hernandez, Juan Angel" userId="3ee72a98-c108-4a22-84cf-0fb1bff741c5" providerId="ADAL" clId="{27D78546-C880-444F-8CD5-E7186DEC6647}" dt="2023-01-30T11:51:28.600" v="841" actId="478"/>
          <ac:inkMkLst>
            <pc:docMk/>
            <pc:sldMk cId="203061699" sldId="276"/>
            <ac:inkMk id="35" creationId="{4F879F3C-EA0A-EF19-A32D-BC2ABA397BFB}"/>
          </ac:inkMkLst>
        </pc:inkChg>
        <pc:inkChg chg="del">
          <ac:chgData name="Ferrer-Bonsoms Hernandez, Juan Angel" userId="3ee72a98-c108-4a22-84cf-0fb1bff741c5" providerId="ADAL" clId="{27D78546-C880-444F-8CD5-E7186DEC6647}" dt="2023-01-30T11:51:24.593" v="839" actId="478"/>
          <ac:inkMkLst>
            <pc:docMk/>
            <pc:sldMk cId="203061699" sldId="276"/>
            <ac:inkMk id="36" creationId="{C37B882E-24C7-B63C-3F56-E96D8C305EEF}"/>
          </ac:inkMkLst>
        </pc:inkChg>
      </pc:sldChg>
      <pc:sldChg chg="addSp delSp modSp add mod">
        <pc:chgData name="Ferrer-Bonsoms Hernandez, Juan Angel" userId="3ee72a98-c108-4a22-84cf-0fb1bff741c5" providerId="ADAL" clId="{27D78546-C880-444F-8CD5-E7186DEC6647}" dt="2023-01-30T15:22:23.600" v="1876"/>
        <pc:sldMkLst>
          <pc:docMk/>
          <pc:sldMk cId="3770120386" sldId="277"/>
        </pc:sldMkLst>
        <pc:spChg chg="del">
          <ac:chgData name="Ferrer-Bonsoms Hernandez, Juan Angel" userId="3ee72a98-c108-4a22-84cf-0fb1bff741c5" providerId="ADAL" clId="{27D78546-C880-444F-8CD5-E7186DEC6647}" dt="2023-01-30T14:19:28.841" v="890" actId="478"/>
          <ac:spMkLst>
            <pc:docMk/>
            <pc:sldMk cId="3770120386" sldId="277"/>
            <ac:spMk id="3" creationId="{B22987D5-A4D8-7F43-4BCB-5C1D2D40D7A8}"/>
          </ac:spMkLst>
        </pc:spChg>
        <pc:spChg chg="add mod">
          <ac:chgData name="Ferrer-Bonsoms Hernandez, Juan Angel" userId="3ee72a98-c108-4a22-84cf-0fb1bff741c5" providerId="ADAL" clId="{27D78546-C880-444F-8CD5-E7186DEC6647}" dt="2023-01-30T14:19:29.878" v="891"/>
          <ac:spMkLst>
            <pc:docMk/>
            <pc:sldMk cId="3770120386" sldId="277"/>
            <ac:spMk id="4" creationId="{6BF4E3B7-D780-77F3-EAC6-42E779568F90}"/>
          </ac:spMkLst>
        </pc:spChg>
        <pc:spChg chg="add mod">
          <ac:chgData name="Ferrer-Bonsoms Hernandez, Juan Angel" userId="3ee72a98-c108-4a22-84cf-0fb1bff741c5" providerId="ADAL" clId="{27D78546-C880-444F-8CD5-E7186DEC6647}" dt="2023-01-30T15:15:49.092" v="1560" actId="20577"/>
          <ac:spMkLst>
            <pc:docMk/>
            <pc:sldMk cId="3770120386" sldId="277"/>
            <ac:spMk id="5" creationId="{9E0B27FE-8D2C-4073-4787-144401EECC0F}"/>
          </ac:spMkLst>
        </pc:spChg>
        <pc:spChg chg="add mod">
          <ac:chgData name="Ferrer-Bonsoms Hernandez, Juan Angel" userId="3ee72a98-c108-4a22-84cf-0fb1bff741c5" providerId="ADAL" clId="{27D78546-C880-444F-8CD5-E7186DEC6647}" dt="2023-01-30T14:28:25.388" v="1195" actId="1076"/>
          <ac:spMkLst>
            <pc:docMk/>
            <pc:sldMk cId="3770120386" sldId="277"/>
            <ac:spMk id="8" creationId="{1AF8E65C-9D00-36BA-BF12-C65332F59F92}"/>
          </ac:spMkLst>
        </pc:spChg>
        <pc:spChg chg="mod">
          <ac:chgData name="Ferrer-Bonsoms Hernandez, Juan Angel" userId="3ee72a98-c108-4a22-84cf-0fb1bff741c5" providerId="ADAL" clId="{27D78546-C880-444F-8CD5-E7186DEC6647}" dt="2023-01-30T14:17:31.846" v="888" actId="20577"/>
          <ac:spMkLst>
            <pc:docMk/>
            <pc:sldMk cId="3770120386" sldId="277"/>
            <ac:spMk id="15" creationId="{12D2CBB8-CDAF-684F-A9F2-5DC092116F68}"/>
          </ac:spMkLst>
        </pc:spChg>
        <pc:spChg chg="del">
          <ac:chgData name="Ferrer-Bonsoms Hernandez, Juan Angel" userId="3ee72a98-c108-4a22-84cf-0fb1bff741c5" providerId="ADAL" clId="{27D78546-C880-444F-8CD5-E7186DEC6647}" dt="2023-01-30T14:19:27.505" v="889" actId="478"/>
          <ac:spMkLst>
            <pc:docMk/>
            <pc:sldMk cId="3770120386" sldId="277"/>
            <ac:spMk id="19" creationId="{4F9C47C3-EC66-63CE-DE5D-BF857B6F8BB0}"/>
          </ac:spMkLst>
        </pc:spChg>
        <pc:spChg chg="del">
          <ac:chgData name="Ferrer-Bonsoms Hernandez, Juan Angel" userId="3ee72a98-c108-4a22-84cf-0fb1bff741c5" providerId="ADAL" clId="{27D78546-C880-444F-8CD5-E7186DEC6647}" dt="2023-01-30T14:17:17.110" v="851" actId="478"/>
          <ac:spMkLst>
            <pc:docMk/>
            <pc:sldMk cId="3770120386" sldId="277"/>
            <ac:spMk id="29" creationId="{869B2290-0270-0350-DFC6-8F3F44DEC94F}"/>
          </ac:spMkLst>
        </pc:spChg>
        <pc:spChg chg="del">
          <ac:chgData name="Ferrer-Bonsoms Hernandez, Juan Angel" userId="3ee72a98-c108-4a22-84cf-0fb1bff741c5" providerId="ADAL" clId="{27D78546-C880-444F-8CD5-E7186DEC6647}" dt="2023-01-30T14:17:17.110" v="851" actId="478"/>
          <ac:spMkLst>
            <pc:docMk/>
            <pc:sldMk cId="3770120386" sldId="277"/>
            <ac:spMk id="39" creationId="{2F4E5B2B-7B7B-51F1-A7D0-F4D120A3BBEB}"/>
          </ac:spMkLst>
        </pc:spChg>
        <pc:spChg chg="del">
          <ac:chgData name="Ferrer-Bonsoms Hernandez, Juan Angel" userId="3ee72a98-c108-4a22-84cf-0fb1bff741c5" providerId="ADAL" clId="{27D78546-C880-444F-8CD5-E7186DEC6647}" dt="2023-01-30T14:17:13.932" v="850" actId="478"/>
          <ac:spMkLst>
            <pc:docMk/>
            <pc:sldMk cId="3770120386" sldId="277"/>
            <ac:spMk id="42" creationId="{CADC33FE-2942-2861-E5F3-8A6900E91074}"/>
          </ac:spMkLst>
        </pc:spChg>
        <pc:spChg chg="del">
          <ac:chgData name="Ferrer-Bonsoms Hernandez, Juan Angel" userId="3ee72a98-c108-4a22-84cf-0fb1bff741c5" providerId="ADAL" clId="{27D78546-C880-444F-8CD5-E7186DEC6647}" dt="2023-01-30T14:17:17.110" v="851" actId="478"/>
          <ac:spMkLst>
            <pc:docMk/>
            <pc:sldMk cId="3770120386" sldId="277"/>
            <ac:spMk id="45" creationId="{F6C3F209-D555-745C-30C5-948A55EEA97C}"/>
          </ac:spMkLst>
        </pc:spChg>
        <pc:spChg chg="del">
          <ac:chgData name="Ferrer-Bonsoms Hernandez, Juan Angel" userId="3ee72a98-c108-4a22-84cf-0fb1bff741c5" providerId="ADAL" clId="{27D78546-C880-444F-8CD5-E7186DEC6647}" dt="2023-01-30T14:17:13.932" v="850" actId="478"/>
          <ac:spMkLst>
            <pc:docMk/>
            <pc:sldMk cId="3770120386" sldId="277"/>
            <ac:spMk id="47" creationId="{41B60AEE-B9BD-8827-ADE1-49C7F2A085BA}"/>
          </ac:spMkLst>
        </pc:spChg>
        <pc:spChg chg="del">
          <ac:chgData name="Ferrer-Bonsoms Hernandez, Juan Angel" userId="3ee72a98-c108-4a22-84cf-0fb1bff741c5" providerId="ADAL" clId="{27D78546-C880-444F-8CD5-E7186DEC6647}" dt="2023-01-30T14:17:17.110" v="851" actId="478"/>
          <ac:spMkLst>
            <pc:docMk/>
            <pc:sldMk cId="3770120386" sldId="277"/>
            <ac:spMk id="50" creationId="{7177E086-7CBA-A8A0-7430-C89C11ED5D76}"/>
          </ac:spMkLst>
        </pc:spChg>
        <pc:spChg chg="del">
          <ac:chgData name="Ferrer-Bonsoms Hernandez, Juan Angel" userId="3ee72a98-c108-4a22-84cf-0fb1bff741c5" providerId="ADAL" clId="{27D78546-C880-444F-8CD5-E7186DEC6647}" dt="2023-01-30T14:17:13.932" v="850" actId="478"/>
          <ac:spMkLst>
            <pc:docMk/>
            <pc:sldMk cId="3770120386" sldId="277"/>
            <ac:spMk id="54" creationId="{E8F5DA8F-6DF4-1EC3-46D8-48000CEB4B89}"/>
          </ac:spMkLst>
        </pc:spChg>
        <pc:picChg chg="del">
          <ac:chgData name="Ferrer-Bonsoms Hernandez, Juan Angel" userId="3ee72a98-c108-4a22-84cf-0fb1bff741c5" providerId="ADAL" clId="{27D78546-C880-444F-8CD5-E7186DEC6647}" dt="2023-01-30T14:17:17.790" v="852" actId="478"/>
          <ac:picMkLst>
            <pc:docMk/>
            <pc:sldMk cId="3770120386" sldId="277"/>
            <ac:picMk id="2" creationId="{9B59B6A1-440B-504E-734E-2EB36C4633ED}"/>
          </ac:picMkLst>
        </pc:picChg>
        <pc:picChg chg="del">
          <ac:chgData name="Ferrer-Bonsoms Hernandez, Juan Angel" userId="3ee72a98-c108-4a22-84cf-0fb1bff741c5" providerId="ADAL" clId="{27D78546-C880-444F-8CD5-E7186DEC6647}" dt="2023-01-30T14:17:08.215" v="848" actId="478"/>
          <ac:picMkLst>
            <pc:docMk/>
            <pc:sldMk cId="3770120386" sldId="277"/>
            <ac:picMk id="18" creationId="{FBE9A8AF-4B40-F0F8-1FD5-A2A920EA924D}"/>
          </ac:picMkLst>
        </pc:picChg>
        <pc:picChg chg="add mod">
          <ac:chgData name="Ferrer-Bonsoms Hernandez, Juan Angel" userId="3ee72a98-c108-4a22-84cf-0fb1bff741c5" providerId="ADAL" clId="{27D78546-C880-444F-8CD5-E7186DEC6647}" dt="2023-01-30T14:59:36.593" v="1393" actId="1076"/>
          <ac:picMkLst>
            <pc:docMk/>
            <pc:sldMk cId="3770120386" sldId="277"/>
            <ac:picMk id="22" creationId="{315E490C-298F-3331-59B8-8D37D680E8E2}"/>
          </ac:picMkLst>
        </pc:picChg>
        <pc:picChg chg="add mod">
          <ac:chgData name="Ferrer-Bonsoms Hernandez, Juan Angel" userId="3ee72a98-c108-4a22-84cf-0fb1bff741c5" providerId="ADAL" clId="{27D78546-C880-444F-8CD5-E7186DEC6647}" dt="2023-01-30T15:22:23.600" v="1876"/>
          <ac:picMkLst>
            <pc:docMk/>
            <pc:sldMk cId="3770120386" sldId="277"/>
            <ac:picMk id="24" creationId="{B93C7731-9F70-C1F6-AC83-4037A4BCA41A}"/>
          </ac:picMkLst>
        </pc:picChg>
        <pc:picChg chg="del">
          <ac:chgData name="Ferrer-Bonsoms Hernandez, Juan Angel" userId="3ee72a98-c108-4a22-84cf-0fb1bff741c5" providerId="ADAL" clId="{27D78546-C880-444F-8CD5-E7186DEC6647}" dt="2023-01-30T14:17:13.932" v="850" actId="478"/>
          <ac:picMkLst>
            <pc:docMk/>
            <pc:sldMk cId="3770120386" sldId="277"/>
            <ac:picMk id="38" creationId="{F991E9AC-543A-DD66-7D33-7BD33554E405}"/>
          </ac:picMkLst>
        </pc:picChg>
        <pc:picChg chg="del">
          <ac:chgData name="Ferrer-Bonsoms Hernandez, Juan Angel" userId="3ee72a98-c108-4a22-84cf-0fb1bff741c5" providerId="ADAL" clId="{27D78546-C880-444F-8CD5-E7186DEC6647}" dt="2023-01-30T14:17:13.932" v="850" actId="478"/>
          <ac:picMkLst>
            <pc:docMk/>
            <pc:sldMk cId="3770120386" sldId="277"/>
            <ac:picMk id="44" creationId="{1BE18D7E-0F2F-1C1E-6448-A348DB235AD3}"/>
          </ac:picMkLst>
        </pc:picChg>
        <pc:picChg chg="del">
          <ac:chgData name="Ferrer-Bonsoms Hernandez, Juan Angel" userId="3ee72a98-c108-4a22-84cf-0fb1bff741c5" providerId="ADAL" clId="{27D78546-C880-444F-8CD5-E7186DEC6647}" dt="2023-01-30T14:17:13.932" v="850" actId="478"/>
          <ac:picMkLst>
            <pc:docMk/>
            <pc:sldMk cId="3770120386" sldId="277"/>
            <ac:picMk id="49" creationId="{E4275685-6C34-7E7F-5943-7A9F76381AB5}"/>
          </ac:picMkLst>
        </pc:picChg>
        <pc:inkChg chg="add del">
          <ac:chgData name="Ferrer-Bonsoms Hernandez, Juan Angel" userId="3ee72a98-c108-4a22-84cf-0fb1bff741c5" providerId="ADAL" clId="{27D78546-C880-444F-8CD5-E7186DEC6647}" dt="2023-01-30T14:28:37.552" v="1197" actId="9405"/>
          <ac:inkMkLst>
            <pc:docMk/>
            <pc:sldMk cId="3770120386" sldId="277"/>
            <ac:inkMk id="9" creationId="{8570917A-70C8-80C6-0057-40C7EBCC2197}"/>
          </ac:inkMkLst>
        </pc:inkChg>
        <pc:inkChg chg="add">
          <ac:chgData name="Ferrer-Bonsoms Hernandez, Juan Angel" userId="3ee72a98-c108-4a22-84cf-0fb1bff741c5" providerId="ADAL" clId="{27D78546-C880-444F-8CD5-E7186DEC6647}" dt="2023-01-30T14:28:44.247" v="1198" actId="9405"/>
          <ac:inkMkLst>
            <pc:docMk/>
            <pc:sldMk cId="3770120386" sldId="277"/>
            <ac:inkMk id="10" creationId="{516DB8C1-9508-F170-0058-A6C55F665A72}"/>
          </ac:inkMkLst>
        </pc:inkChg>
        <pc:inkChg chg="add">
          <ac:chgData name="Ferrer-Bonsoms Hernandez, Juan Angel" userId="3ee72a98-c108-4a22-84cf-0fb1bff741c5" providerId="ADAL" clId="{27D78546-C880-444F-8CD5-E7186DEC6647}" dt="2023-01-30T14:28:48.583" v="1199" actId="9405"/>
          <ac:inkMkLst>
            <pc:docMk/>
            <pc:sldMk cId="3770120386" sldId="277"/>
            <ac:inkMk id="11" creationId="{4EE13518-3A31-FDE2-4AEE-CBF3EC0D9E4E}"/>
          </ac:inkMkLst>
        </pc:inkChg>
        <pc:inkChg chg="add">
          <ac:chgData name="Ferrer-Bonsoms Hernandez, Juan Angel" userId="3ee72a98-c108-4a22-84cf-0fb1bff741c5" providerId="ADAL" clId="{27D78546-C880-444F-8CD5-E7186DEC6647}" dt="2023-01-30T14:28:51.967" v="1200" actId="9405"/>
          <ac:inkMkLst>
            <pc:docMk/>
            <pc:sldMk cId="3770120386" sldId="277"/>
            <ac:inkMk id="12" creationId="{FBC000DA-3210-EFC9-D3E1-0D564A1EBFE0}"/>
          </ac:inkMkLst>
        </pc:inkChg>
        <pc:inkChg chg="add">
          <ac:chgData name="Ferrer-Bonsoms Hernandez, Juan Angel" userId="3ee72a98-c108-4a22-84cf-0fb1bff741c5" providerId="ADAL" clId="{27D78546-C880-444F-8CD5-E7186DEC6647}" dt="2023-01-30T14:28:55.967" v="1201" actId="9405"/>
          <ac:inkMkLst>
            <pc:docMk/>
            <pc:sldMk cId="3770120386" sldId="277"/>
            <ac:inkMk id="14" creationId="{578B7E5B-B562-F820-26B8-20BE6151DE00}"/>
          </ac:inkMkLst>
        </pc:inkChg>
        <pc:inkChg chg="add">
          <ac:chgData name="Ferrer-Bonsoms Hernandez, Juan Angel" userId="3ee72a98-c108-4a22-84cf-0fb1bff741c5" providerId="ADAL" clId="{27D78546-C880-444F-8CD5-E7186DEC6647}" dt="2023-01-30T14:28:58.583" v="1202" actId="9405"/>
          <ac:inkMkLst>
            <pc:docMk/>
            <pc:sldMk cId="3770120386" sldId="277"/>
            <ac:inkMk id="16" creationId="{572790FC-B0E9-15B9-689B-4113AC929B44}"/>
          </ac:inkMkLst>
        </pc:inkChg>
        <pc:inkChg chg="add">
          <ac:chgData name="Ferrer-Bonsoms Hernandez, Juan Angel" userId="3ee72a98-c108-4a22-84cf-0fb1bff741c5" providerId="ADAL" clId="{27D78546-C880-444F-8CD5-E7186DEC6647}" dt="2023-01-30T14:28:59.807" v="1203" actId="9405"/>
          <ac:inkMkLst>
            <pc:docMk/>
            <pc:sldMk cId="3770120386" sldId="277"/>
            <ac:inkMk id="17" creationId="{1505F200-B0E4-1409-5CAE-24CAA41F0939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21" creationId="{43B65287-2EC1-59BD-DEF3-4F9E536CD991}"/>
          </ac:inkMkLst>
        </pc:inkChg>
        <pc:inkChg chg="del">
          <ac:chgData name="Ferrer-Bonsoms Hernandez, Juan Angel" userId="3ee72a98-c108-4a22-84cf-0fb1bff741c5" providerId="ADAL" clId="{27D78546-C880-444F-8CD5-E7186DEC6647}" dt="2023-01-30T14:17:10.405" v="849" actId="478"/>
          <ac:inkMkLst>
            <pc:docMk/>
            <pc:sldMk cId="3770120386" sldId="277"/>
            <ac:inkMk id="23" creationId="{99CABEE2-FA58-6EB6-0DA9-5B4184275287}"/>
          </ac:inkMkLst>
        </pc:inkChg>
        <pc:inkChg chg="del">
          <ac:chgData name="Ferrer-Bonsoms Hernandez, Juan Angel" userId="3ee72a98-c108-4a22-84cf-0fb1bff741c5" providerId="ADAL" clId="{27D78546-C880-444F-8CD5-E7186DEC6647}" dt="2023-01-30T14:17:19.927" v="853" actId="478"/>
          <ac:inkMkLst>
            <pc:docMk/>
            <pc:sldMk cId="3770120386" sldId="277"/>
            <ac:inkMk id="25" creationId="{73F8B5D6-96DC-1C75-920D-A5884E6C7E7E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26" creationId="{A619B9EA-B8B2-B4B7-A357-EA9099260F41}"/>
          </ac:inkMkLst>
        </pc:inkChg>
        <pc:inkChg chg="del">
          <ac:chgData name="Ferrer-Bonsoms Hernandez, Juan Angel" userId="3ee72a98-c108-4a22-84cf-0fb1bff741c5" providerId="ADAL" clId="{27D78546-C880-444F-8CD5-E7186DEC6647}" dt="2023-01-30T14:17:10.405" v="849" actId="478"/>
          <ac:inkMkLst>
            <pc:docMk/>
            <pc:sldMk cId="3770120386" sldId="277"/>
            <ac:inkMk id="27" creationId="{F48947F8-2D75-44B8-18F9-0FD8E20D04DF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28" creationId="{D1D6A919-3A80-F5FC-E867-AA7BB71FADFC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40" creationId="{21B2F592-5BA9-CB49-B3D2-9D7830B013EA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46" creationId="{323F51FB-7FD5-80E4-84A0-DF0C5595AB89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51" creationId="{30E88AD4-7285-F057-46FC-FCF74A2C30D5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52" creationId="{4520B880-7923-A1CD-124A-B920F6151BDC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53" creationId="{F802CA52-055C-6512-84DE-74DA70CD00D8}"/>
          </ac:inkMkLst>
        </pc:inkChg>
      </pc:sldChg>
      <pc:sldChg chg="addSp delSp modSp add mod">
        <pc:chgData name="Ferrer-Bonsoms Hernandez, Juan Angel" userId="3ee72a98-c108-4a22-84cf-0fb1bff741c5" providerId="ADAL" clId="{27D78546-C880-444F-8CD5-E7186DEC6647}" dt="2023-01-30T15:30:33.728" v="2366" actId="113"/>
        <pc:sldMkLst>
          <pc:docMk/>
          <pc:sldMk cId="1115972108" sldId="278"/>
        </pc:sldMkLst>
        <pc:spChg chg="mod">
          <ac:chgData name="Ferrer-Bonsoms Hernandez, Juan Angel" userId="3ee72a98-c108-4a22-84cf-0fb1bff741c5" providerId="ADAL" clId="{27D78546-C880-444F-8CD5-E7186DEC6647}" dt="2023-01-30T15:30:33.728" v="2366" actId="113"/>
          <ac:spMkLst>
            <pc:docMk/>
            <pc:sldMk cId="1115972108" sldId="278"/>
            <ac:spMk id="5" creationId="{9E0B27FE-8D2C-4073-4787-144401EECC0F}"/>
          </ac:spMkLst>
        </pc:spChg>
        <pc:spChg chg="del">
          <ac:chgData name="Ferrer-Bonsoms Hernandez, Juan Angel" userId="3ee72a98-c108-4a22-84cf-0fb1bff741c5" providerId="ADAL" clId="{27D78546-C880-444F-8CD5-E7186DEC6647}" dt="2023-01-30T15:17:58.813" v="1562" actId="478"/>
          <ac:spMkLst>
            <pc:docMk/>
            <pc:sldMk cId="1115972108" sldId="278"/>
            <ac:spMk id="8" creationId="{1AF8E65C-9D00-36BA-BF12-C65332F59F92}"/>
          </ac:spMkLst>
        </pc:spChg>
        <pc:spChg chg="mod">
          <ac:chgData name="Ferrer-Bonsoms Hernandez, Juan Angel" userId="3ee72a98-c108-4a22-84cf-0fb1bff741c5" providerId="ADAL" clId="{27D78546-C880-444F-8CD5-E7186DEC6647}" dt="2023-01-30T15:18:10.892" v="1598" actId="20577"/>
          <ac:spMkLst>
            <pc:docMk/>
            <pc:sldMk cId="1115972108" sldId="278"/>
            <ac:spMk id="15" creationId="{12D2CBB8-CDAF-684F-A9F2-5DC092116F68}"/>
          </ac:spMkLst>
        </pc:spChg>
        <pc:picChg chg="add mod">
          <ac:chgData name="Ferrer-Bonsoms Hernandez, Juan Angel" userId="3ee72a98-c108-4a22-84cf-0fb1bff741c5" providerId="ADAL" clId="{27D78546-C880-444F-8CD5-E7186DEC6647}" dt="2023-01-30T15:22:21.849" v="1875"/>
          <ac:picMkLst>
            <pc:docMk/>
            <pc:sldMk cId="1115972108" sldId="278"/>
            <ac:picMk id="2" creationId="{9C40A5BE-1789-6B0C-BD3D-6D4EF15C5767}"/>
          </ac:picMkLst>
        </pc:picChg>
        <pc:picChg chg="del">
          <ac:chgData name="Ferrer-Bonsoms Hernandez, Juan Angel" userId="3ee72a98-c108-4a22-84cf-0fb1bff741c5" providerId="ADAL" clId="{27D78546-C880-444F-8CD5-E7186DEC6647}" dt="2023-01-30T15:17:59.804" v="1563" actId="478"/>
          <ac:picMkLst>
            <pc:docMk/>
            <pc:sldMk cId="1115972108" sldId="278"/>
            <ac:picMk id="22" creationId="{315E490C-298F-3331-59B8-8D37D680E8E2}"/>
          </ac:picMkLst>
        </pc:picChg>
        <pc:inkChg chg="del">
          <ac:chgData name="Ferrer-Bonsoms Hernandez, Juan Angel" userId="3ee72a98-c108-4a22-84cf-0fb1bff741c5" providerId="ADAL" clId="{27D78546-C880-444F-8CD5-E7186DEC6647}" dt="2023-01-30T15:17:58.813" v="1562" actId="478"/>
          <ac:inkMkLst>
            <pc:docMk/>
            <pc:sldMk cId="1115972108" sldId="278"/>
            <ac:inkMk id="10" creationId="{516DB8C1-9508-F170-0058-A6C55F665A72}"/>
          </ac:inkMkLst>
        </pc:inkChg>
        <pc:inkChg chg="del">
          <ac:chgData name="Ferrer-Bonsoms Hernandez, Juan Angel" userId="3ee72a98-c108-4a22-84cf-0fb1bff741c5" providerId="ADAL" clId="{27D78546-C880-444F-8CD5-E7186DEC6647}" dt="2023-01-30T15:17:58.813" v="1562" actId="478"/>
          <ac:inkMkLst>
            <pc:docMk/>
            <pc:sldMk cId="1115972108" sldId="278"/>
            <ac:inkMk id="11" creationId="{4EE13518-3A31-FDE2-4AEE-CBF3EC0D9E4E}"/>
          </ac:inkMkLst>
        </pc:inkChg>
        <pc:inkChg chg="del">
          <ac:chgData name="Ferrer-Bonsoms Hernandez, Juan Angel" userId="3ee72a98-c108-4a22-84cf-0fb1bff741c5" providerId="ADAL" clId="{27D78546-C880-444F-8CD5-E7186DEC6647}" dt="2023-01-30T15:17:58.813" v="1562" actId="478"/>
          <ac:inkMkLst>
            <pc:docMk/>
            <pc:sldMk cId="1115972108" sldId="278"/>
            <ac:inkMk id="12" creationId="{FBC000DA-3210-EFC9-D3E1-0D564A1EBFE0}"/>
          </ac:inkMkLst>
        </pc:inkChg>
        <pc:inkChg chg="del">
          <ac:chgData name="Ferrer-Bonsoms Hernandez, Juan Angel" userId="3ee72a98-c108-4a22-84cf-0fb1bff741c5" providerId="ADAL" clId="{27D78546-C880-444F-8CD5-E7186DEC6647}" dt="2023-01-30T15:17:58.813" v="1562" actId="478"/>
          <ac:inkMkLst>
            <pc:docMk/>
            <pc:sldMk cId="1115972108" sldId="278"/>
            <ac:inkMk id="14" creationId="{578B7E5B-B562-F820-26B8-20BE6151DE00}"/>
          </ac:inkMkLst>
        </pc:inkChg>
        <pc:inkChg chg="del">
          <ac:chgData name="Ferrer-Bonsoms Hernandez, Juan Angel" userId="3ee72a98-c108-4a22-84cf-0fb1bff741c5" providerId="ADAL" clId="{27D78546-C880-444F-8CD5-E7186DEC6647}" dt="2023-01-30T15:17:58.813" v="1562" actId="478"/>
          <ac:inkMkLst>
            <pc:docMk/>
            <pc:sldMk cId="1115972108" sldId="278"/>
            <ac:inkMk id="16" creationId="{572790FC-B0E9-15B9-689B-4113AC929B44}"/>
          </ac:inkMkLst>
        </pc:inkChg>
        <pc:inkChg chg="del">
          <ac:chgData name="Ferrer-Bonsoms Hernandez, Juan Angel" userId="3ee72a98-c108-4a22-84cf-0fb1bff741c5" providerId="ADAL" clId="{27D78546-C880-444F-8CD5-E7186DEC6647}" dt="2023-01-30T15:17:58.813" v="1562" actId="478"/>
          <ac:inkMkLst>
            <pc:docMk/>
            <pc:sldMk cId="1115972108" sldId="278"/>
            <ac:inkMk id="17" creationId="{1505F200-B0E4-1409-5CAE-24CAA41F0939}"/>
          </ac:inkMkLst>
        </pc:inkChg>
      </pc:sldChg>
      <pc:sldChg chg="add">
        <pc:chgData name="Ferrer-Bonsoms Hernandez, Juan Angel" userId="3ee72a98-c108-4a22-84cf-0fb1bff741c5" providerId="ADAL" clId="{27D78546-C880-444F-8CD5-E7186DEC6647}" dt="2023-01-30T15:31:23.481" v="2367"/>
        <pc:sldMkLst>
          <pc:docMk/>
          <pc:sldMk cId="1649271365" sldId="279"/>
        </pc:sldMkLst>
      </pc:sldChg>
    </pc:docChg>
  </pc:docChgLst>
  <pc:docChgLst>
    <pc:chgData name="Ferrer-Bonsoms Hernandez, Juan Angel" userId="3ee72a98-c108-4a22-84cf-0fb1bff741c5" providerId="ADAL" clId="{6F48326A-ED2E-254A-810F-3FFCE3448F68}"/>
    <pc:docChg chg="undo custSel addSld delSld modSld addSection delSection modSection">
      <pc:chgData name="Ferrer-Bonsoms Hernandez, Juan Angel" userId="3ee72a98-c108-4a22-84cf-0fb1bff741c5" providerId="ADAL" clId="{6F48326A-ED2E-254A-810F-3FFCE3448F68}" dt="2023-01-29T15:51:12.576" v="403" actId="2696"/>
      <pc:docMkLst>
        <pc:docMk/>
      </pc:docMkLst>
      <pc:sldChg chg="addSp delSp modSp mod">
        <pc:chgData name="Ferrer-Bonsoms Hernandez, Juan Angel" userId="3ee72a98-c108-4a22-84cf-0fb1bff741c5" providerId="ADAL" clId="{6F48326A-ED2E-254A-810F-3FFCE3448F68}" dt="2023-01-29T15:50:42.697" v="396" actId="2710"/>
        <pc:sldMkLst>
          <pc:docMk/>
          <pc:sldMk cId="3704739434" sldId="256"/>
        </pc:sldMkLst>
        <pc:spChg chg="mod">
          <ac:chgData name="Ferrer-Bonsoms Hernandez, Juan Angel" userId="3ee72a98-c108-4a22-84cf-0fb1bff741c5" providerId="ADAL" clId="{6F48326A-ED2E-254A-810F-3FFCE3448F68}" dt="2023-01-29T15:32:17.157" v="56" actId="20577"/>
          <ac:spMkLst>
            <pc:docMk/>
            <pc:sldMk cId="3704739434" sldId="256"/>
            <ac:spMk id="4" creationId="{A4CA938B-B7D3-C447-B6C4-6303AF8D57E2}"/>
          </ac:spMkLst>
        </pc:spChg>
        <pc:spChg chg="del mod">
          <ac:chgData name="Ferrer-Bonsoms Hernandez, Juan Angel" userId="3ee72a98-c108-4a22-84cf-0fb1bff741c5" providerId="ADAL" clId="{6F48326A-ED2E-254A-810F-3FFCE3448F68}" dt="2023-01-29T15:32:39.186" v="60" actId="478"/>
          <ac:spMkLst>
            <pc:docMk/>
            <pc:sldMk cId="3704739434" sldId="256"/>
            <ac:spMk id="5" creationId="{6D042C7A-7447-6A44-A2D3-3D4CEF12046B}"/>
          </ac:spMkLst>
        </pc:spChg>
        <pc:spChg chg="add mod">
          <ac:chgData name="Ferrer-Bonsoms Hernandez, Juan Angel" userId="3ee72a98-c108-4a22-84cf-0fb1bff741c5" providerId="ADAL" clId="{6F48326A-ED2E-254A-810F-3FFCE3448F68}" dt="2023-01-29T15:50:42.697" v="396" actId="2710"/>
          <ac:spMkLst>
            <pc:docMk/>
            <pc:sldMk cId="3704739434" sldId="256"/>
            <ac:spMk id="6" creationId="{071446DC-BD9F-404E-8E03-417BDE97A349}"/>
          </ac:spMkLst>
        </pc:spChg>
      </pc:sldChg>
      <pc:sldChg chg="addSp delSp modSp add del mod">
        <pc:chgData name="Ferrer-Bonsoms Hernandez, Juan Angel" userId="3ee72a98-c108-4a22-84cf-0fb1bff741c5" providerId="ADAL" clId="{6F48326A-ED2E-254A-810F-3FFCE3448F68}" dt="2023-01-29T15:33:48.321" v="70" actId="2696"/>
        <pc:sldMkLst>
          <pc:docMk/>
          <pc:sldMk cId="532895721" sldId="258"/>
        </pc:sldMkLst>
        <pc:spChg chg="del">
          <ac:chgData name="Ferrer-Bonsoms Hernandez, Juan Angel" userId="3ee72a98-c108-4a22-84cf-0fb1bff741c5" providerId="ADAL" clId="{6F48326A-ED2E-254A-810F-3FFCE3448F68}" dt="2023-01-29T15:32:59.306" v="63" actId="478"/>
          <ac:spMkLst>
            <pc:docMk/>
            <pc:sldMk cId="532895721" sldId="258"/>
            <ac:spMk id="5" creationId="{8AF9C6F0-DA1A-6343-864F-C05087C62217}"/>
          </ac:spMkLst>
        </pc:spChg>
        <pc:spChg chg="mod">
          <ac:chgData name="Ferrer-Bonsoms Hernandez, Juan Angel" userId="3ee72a98-c108-4a22-84cf-0fb1bff741c5" providerId="ADAL" clId="{6F48326A-ED2E-254A-810F-3FFCE3448F68}" dt="2023-01-29T15:33:11.763" v="66" actId="207"/>
          <ac:spMkLst>
            <pc:docMk/>
            <pc:sldMk cId="532895721" sldId="258"/>
            <ac:spMk id="6" creationId="{8CDF08A6-10FA-9348-9C67-8116C91980EF}"/>
          </ac:spMkLst>
        </pc:spChg>
        <pc:spChg chg="add del mod">
          <ac:chgData name="Ferrer-Bonsoms Hernandez, Juan Angel" userId="3ee72a98-c108-4a22-84cf-0fb1bff741c5" providerId="ADAL" clId="{6F48326A-ED2E-254A-810F-3FFCE3448F68}" dt="2023-01-29T15:33:45.847" v="69"/>
          <ac:spMkLst>
            <pc:docMk/>
            <pc:sldMk cId="532895721" sldId="258"/>
            <ac:spMk id="46" creationId="{B5480FE3-2F5C-6D48-8CA7-A4A5AE637DB7}"/>
          </ac:spMkLst>
        </pc:spChg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333290593" sldId="25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483672951" sldId="26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182672760" sldId="26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570479697" sldId="263"/>
        </pc:sldMkLst>
      </pc:sldChg>
      <pc:sldChg chg="addSp delSp modSp add del mod delAnim modAnim">
        <pc:chgData name="Ferrer-Bonsoms Hernandez, Juan Angel" userId="3ee72a98-c108-4a22-84cf-0fb1bff741c5" providerId="ADAL" clId="{6F48326A-ED2E-254A-810F-3FFCE3448F68}" dt="2023-01-29T15:45:03.827" v="272" actId="20577"/>
        <pc:sldMkLst>
          <pc:docMk/>
          <pc:sldMk cId="91414043" sldId="266"/>
        </pc:sldMkLst>
        <pc:spChg chg="del">
          <ac:chgData name="Ferrer-Bonsoms Hernandez, Juan Angel" userId="3ee72a98-c108-4a22-84cf-0fb1bff741c5" providerId="ADAL" clId="{6F48326A-ED2E-254A-810F-3FFCE3448F68}" dt="2023-01-29T15:33:29.028" v="67" actId="478"/>
          <ac:spMkLst>
            <pc:docMk/>
            <pc:sldMk cId="91414043" sldId="266"/>
            <ac:spMk id="5" creationId="{8AF9C6F0-DA1A-6343-864F-C05087C62217}"/>
          </ac:spMkLst>
        </pc:spChg>
        <pc:spChg chg="add del mod">
          <ac:chgData name="Ferrer-Bonsoms Hernandez, Juan Angel" userId="3ee72a98-c108-4a22-84cf-0fb1bff741c5" providerId="ADAL" clId="{6F48326A-ED2E-254A-810F-3FFCE3448F68}" dt="2023-01-29T15:34:54.105" v="97" actId="2085"/>
          <ac:spMkLst>
            <pc:docMk/>
            <pc:sldMk cId="91414043" sldId="266"/>
            <ac:spMk id="6" creationId="{8CDF08A6-10FA-9348-9C67-8116C91980EF}"/>
          </ac:spMkLst>
        </pc:spChg>
        <pc:spChg chg="mod">
          <ac:chgData name="Ferrer-Bonsoms Hernandez, Juan Angel" userId="3ee72a98-c108-4a22-84cf-0fb1bff741c5" providerId="ADAL" clId="{6F48326A-ED2E-254A-810F-3FFCE3448F68}" dt="2023-01-29T15:35:28.550" v="192" actId="20577"/>
          <ac:spMkLst>
            <pc:docMk/>
            <pc:sldMk cId="91414043" sldId="266"/>
            <ac:spMk id="15" creationId="{12D2CBB8-CDAF-684F-A9F2-5DC092116F68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3" creationId="{7D50231E-3777-0F49-AF59-3A5480EF9C21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4" creationId="{E0CD74DA-C47D-1D41-9978-FF99BA41AEF7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5" creationId="{83D70D72-404C-E248-9F51-215DDA62AD19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6" creationId="{6D3F2CAC-4FAD-1949-B26E-FC7690FE984C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7" creationId="{51D4B18B-D7FF-274A-A8F8-A1006211633C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8" creationId="{C9C3FE10-C44E-5A42-A9E1-42B070D86156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9" creationId="{76D1AB29-7517-6E47-BF9E-2C0C109E261D}"/>
          </ac:spMkLst>
        </pc:spChg>
        <pc:spChg chg="del">
          <ac:chgData name="Ferrer-Bonsoms Hernandez, Juan Angel" userId="3ee72a98-c108-4a22-84cf-0fb1bff741c5" providerId="ADAL" clId="{6F48326A-ED2E-254A-810F-3FFCE3448F68}" dt="2023-01-29T15:35:39.324" v="194" actId="478"/>
          <ac:spMkLst>
            <pc:docMk/>
            <pc:sldMk cId="91414043" sldId="266"/>
            <ac:spMk id="151" creationId="{8020AA24-0962-0140-93E9-0885EE778194}"/>
          </ac:spMkLst>
        </pc:spChg>
        <pc:spChg chg="add mod">
          <ac:chgData name="Ferrer-Bonsoms Hernandez, Juan Angel" userId="3ee72a98-c108-4a22-84cf-0fb1bff741c5" providerId="ADAL" clId="{6F48326A-ED2E-254A-810F-3FFCE3448F68}" dt="2023-01-29T15:45:03.827" v="272" actId="20577"/>
          <ac:spMkLst>
            <pc:docMk/>
            <pc:sldMk cId="91414043" sldId="266"/>
            <ac:spMk id="215" creationId="{07C3DAAF-DAD8-5D44-8C08-F6268C896D96}"/>
          </ac:spMkLst>
        </pc:spChg>
        <pc:spChg chg="add mod">
          <ac:chgData name="Ferrer-Bonsoms Hernandez, Juan Angel" userId="3ee72a98-c108-4a22-84cf-0fb1bff741c5" providerId="ADAL" clId="{6F48326A-ED2E-254A-810F-3FFCE3448F68}" dt="2023-01-29T15:36:30.820" v="204" actId="1076"/>
          <ac:spMkLst>
            <pc:docMk/>
            <pc:sldMk cId="91414043" sldId="266"/>
            <ac:spMk id="217" creationId="{3874A52E-3043-8B40-8037-49F454AF69A7}"/>
          </ac:spMkLst>
        </pc:spChg>
        <pc:spChg chg="add mod">
          <ac:chgData name="Ferrer-Bonsoms Hernandez, Juan Angel" userId="3ee72a98-c108-4a22-84cf-0fb1bff741c5" providerId="ADAL" clId="{6F48326A-ED2E-254A-810F-3FFCE3448F68}" dt="2023-01-29T15:36:39.058" v="207" actId="1076"/>
          <ac:spMkLst>
            <pc:docMk/>
            <pc:sldMk cId="91414043" sldId="266"/>
            <ac:spMk id="219" creationId="{830C7C70-EA2F-7B44-BEB4-AAC4B3C13173}"/>
          </ac:spMkLst>
        </pc:spChg>
        <pc:spChg chg="add mod">
          <ac:chgData name="Ferrer-Bonsoms Hernandez, Juan Angel" userId="3ee72a98-c108-4a22-84cf-0fb1bff741c5" providerId="ADAL" clId="{6F48326A-ED2E-254A-810F-3FFCE3448F68}" dt="2023-01-29T15:36:42.915" v="208" actId="1076"/>
          <ac:spMkLst>
            <pc:docMk/>
            <pc:sldMk cId="91414043" sldId="266"/>
            <ac:spMk id="221" creationId="{B1D89837-8BF7-DD4A-B60B-1E262DF042A5}"/>
          </ac:spMkLst>
        </pc:spChg>
        <pc:spChg chg="del">
          <ac:chgData name="Ferrer-Bonsoms Hernandez, Juan Angel" userId="3ee72a98-c108-4a22-84cf-0fb1bff741c5" providerId="ADAL" clId="{6F48326A-ED2E-254A-810F-3FFCE3448F68}" dt="2023-01-29T15:35:48.568" v="197" actId="478"/>
          <ac:spMkLst>
            <pc:docMk/>
            <pc:sldMk cId="91414043" sldId="266"/>
            <ac:spMk id="234" creationId="{74517F34-2852-0B4D-AC2E-490750CDDFAE}"/>
          </ac:spMkLst>
        </pc:spChg>
        <pc:spChg chg="del">
          <ac:chgData name="Ferrer-Bonsoms Hernandez, Juan Angel" userId="3ee72a98-c108-4a22-84cf-0fb1bff741c5" providerId="ADAL" clId="{6F48326A-ED2E-254A-810F-3FFCE3448F68}" dt="2023-01-29T15:35:45.102" v="195" actId="478"/>
          <ac:spMkLst>
            <pc:docMk/>
            <pc:sldMk cId="91414043" sldId="266"/>
            <ac:spMk id="369" creationId="{1FB8F0D7-3578-474A-ACEF-39D9D2303959}"/>
          </ac:spMkLst>
        </pc:spChg>
        <pc:spChg chg="del mod">
          <ac:chgData name="Ferrer-Bonsoms Hernandez, Juan Angel" userId="3ee72a98-c108-4a22-84cf-0fb1bff741c5" providerId="ADAL" clId="{6F48326A-ED2E-254A-810F-3FFCE3448F68}" dt="2023-01-29T15:34:02.521" v="92" actId="478"/>
          <ac:spMkLst>
            <pc:docMk/>
            <pc:sldMk cId="91414043" sldId="266"/>
            <ac:spMk id="372" creationId="{E4B5A30D-5971-8347-BB89-DD44BB8F2830}"/>
          </ac:spMkLst>
        </pc:spChg>
        <pc:grpChg chg="del">
          <ac:chgData name="Ferrer-Bonsoms Hernandez, Juan Angel" userId="3ee72a98-c108-4a22-84cf-0fb1bff741c5" providerId="ADAL" clId="{6F48326A-ED2E-254A-810F-3FFCE3448F68}" dt="2023-01-29T15:35:36.536" v="193" actId="478"/>
          <ac:grpSpMkLst>
            <pc:docMk/>
            <pc:sldMk cId="91414043" sldId="266"/>
            <ac:grpSpMk id="2" creationId="{4336ACDF-A6DF-2B4D-BD5E-DED4C12B2D86}"/>
          </ac:grpSpMkLst>
        </pc:grpChg>
        <pc:grpChg chg="del">
          <ac:chgData name="Ferrer-Bonsoms Hernandez, Juan Angel" userId="3ee72a98-c108-4a22-84cf-0fb1bff741c5" providerId="ADAL" clId="{6F48326A-ED2E-254A-810F-3FFCE3448F68}" dt="2023-01-29T15:35:36.536" v="193" actId="478"/>
          <ac:grpSpMkLst>
            <pc:docMk/>
            <pc:sldMk cId="91414043" sldId="266"/>
            <ac:grpSpMk id="1047" creationId="{D0BB3283-27C1-7F4C-AF29-34885DDA27EB}"/>
          </ac:grpSpMkLst>
        </pc:grpChg>
        <pc:grpChg chg="del">
          <ac:chgData name="Ferrer-Bonsoms Hernandez, Juan Angel" userId="3ee72a98-c108-4a22-84cf-0fb1bff741c5" providerId="ADAL" clId="{6F48326A-ED2E-254A-810F-3FFCE3448F68}" dt="2023-01-29T15:35:46.311" v="196" actId="478"/>
          <ac:grpSpMkLst>
            <pc:docMk/>
            <pc:sldMk cId="91414043" sldId="266"/>
            <ac:grpSpMk id="1050" creationId="{673AD98D-2887-1447-B3EB-048A6AEA1274}"/>
          </ac:grpSpMkLst>
        </pc:grpChg>
        <pc:grpChg chg="del">
          <ac:chgData name="Ferrer-Bonsoms Hernandez, Juan Angel" userId="3ee72a98-c108-4a22-84cf-0fb1bff741c5" providerId="ADAL" clId="{6F48326A-ED2E-254A-810F-3FFCE3448F68}" dt="2023-01-29T15:35:36.536" v="193" actId="478"/>
          <ac:grpSpMkLst>
            <pc:docMk/>
            <pc:sldMk cId="91414043" sldId="266"/>
            <ac:grpSpMk id="1052" creationId="{F5AB00B2-27CF-0344-B705-24AB703CF6C1}"/>
          </ac:grpSpMkLst>
        </pc:grpChg>
        <pc:picChg chg="add mod">
          <ac:chgData name="Ferrer-Bonsoms Hernandez, Juan Angel" userId="3ee72a98-c108-4a22-84cf-0fb1bff741c5" providerId="ADAL" clId="{6F48326A-ED2E-254A-810F-3FFCE3448F68}" dt="2023-01-29T15:36:08.643" v="198"/>
          <ac:picMkLst>
            <pc:docMk/>
            <pc:sldMk cId="91414043" sldId="266"/>
            <ac:picMk id="216" creationId="{9629AC52-294C-4F43-BA6C-D31CE5EAE597}"/>
          </ac:picMkLst>
        </pc:picChg>
        <pc:picChg chg="add mod">
          <ac:chgData name="Ferrer-Bonsoms Hernandez, Juan Angel" userId="3ee72a98-c108-4a22-84cf-0fb1bff741c5" providerId="ADAL" clId="{6F48326A-ED2E-254A-810F-3FFCE3448F68}" dt="2023-01-29T15:36:08.643" v="198"/>
          <ac:picMkLst>
            <pc:docMk/>
            <pc:sldMk cId="91414043" sldId="266"/>
            <ac:picMk id="218" creationId="{28AC0D94-A14C-514D-8BD8-A7655CB19837}"/>
          </ac:picMkLst>
        </pc:picChg>
        <pc:picChg chg="add mod">
          <ac:chgData name="Ferrer-Bonsoms Hernandez, Juan Angel" userId="3ee72a98-c108-4a22-84cf-0fb1bff741c5" providerId="ADAL" clId="{6F48326A-ED2E-254A-810F-3FFCE3448F68}" dt="2023-01-29T15:36:08.643" v="198"/>
          <ac:picMkLst>
            <pc:docMk/>
            <pc:sldMk cId="91414043" sldId="266"/>
            <ac:picMk id="220" creationId="{6FFBF0A4-BD09-3743-8AA5-BE72ED32B4F4}"/>
          </ac:picMkLst>
        </pc:picChg>
        <pc:cxnChg chg="mod">
          <ac:chgData name="Ferrer-Bonsoms Hernandez, Juan Angel" userId="3ee72a98-c108-4a22-84cf-0fb1bff741c5" providerId="ADAL" clId="{6F48326A-ED2E-254A-810F-3FFCE3448F68}" dt="2023-01-29T15:35:11.421" v="168" actId="1035"/>
          <ac:cxnSpMkLst>
            <pc:docMk/>
            <pc:sldMk cId="91414043" sldId="266"/>
            <ac:cxnSpMk id="13" creationId="{707D1D1A-3BD3-9C40-A5E0-96768274FAF7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16" creationId="{965C8ED5-9B6E-214B-A84C-ED463F488001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21" creationId="{1CB9B0EC-C217-6746-9775-EBA16E782597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26" creationId="{C174284B-CFC2-0042-82E5-62C6A066761D}"/>
          </ac:cxnSpMkLst>
        </pc:cxnChg>
        <pc:cxnChg chg="del 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2" creationId="{79118464-B185-4048-983D-71CCC6A31BC4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33" creationId="{EBD5D640-B189-914B-B7B8-8367F7737698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40" creationId="{147287D1-D303-2C40-8BEF-F8CBE6C53F40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44" creationId="{373E8E86-754E-B74F-AF79-A528DE085B93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48" creationId="{C3C203D7-9059-B14F-AE6F-41941A959174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52" creationId="{C07A0982-9125-A44F-9881-DF33BC914643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56" creationId="{392EE56D-CD99-E54D-A5EC-DF9481E06B83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60" creationId="{FA8ED6A3-6941-574A-AFDC-DA2FC36A2835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64" creationId="{440F1DFC-E8AC-664D-90F6-463445B0F365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68" creationId="{8A6603C3-2A6A-8E43-9303-1BC320E8519C}"/>
          </ac:cxnSpMkLst>
        </pc:cxnChg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531154357" sldId="26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600896903" sldId="27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566237440" sldId="276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773274121" sldId="29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4076581533" sldId="29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061434043" sldId="296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295761892" sldId="29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68804831" sldId="29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630342666" sldId="30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688038354" sldId="30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4167335313" sldId="30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55939915" sldId="30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96262665" sldId="30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760165653" sldId="31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444713460" sldId="31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62672705" sldId="31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990189528" sldId="31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324035267" sldId="31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25029814" sldId="31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41579790" sldId="32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112676667" sldId="32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21336290" sldId="32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4081102635" sldId="32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224495326" sldId="32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265562963" sldId="32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130711131" sldId="33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934793452" sldId="33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528707327" sldId="33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113111149" sldId="334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740634989" sldId="33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84343253" sldId="33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161518795" sldId="33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631936719" sldId="34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296825125" sldId="34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345609941" sldId="34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602770251" sldId="34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943238490" sldId="35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218441142" sldId="35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36378887" sldId="35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484746493" sldId="354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625717382" sldId="35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321372196" sldId="356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934376411" sldId="35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341684124" sldId="35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471014522" sldId="36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13117910" sldId="36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960521640" sldId="36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978070362" sldId="37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214728025" sldId="37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240048671" sldId="37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91353421" sldId="374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138369018" sldId="37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886073780" sldId="376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310746556" sldId="37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03747764" sldId="37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897887063" sldId="37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161175982" sldId="38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484635363" sldId="38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060506821" sldId="38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947082313" sldId="38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658821637" sldId="386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26841941" sldId="38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491083453" sldId="38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789759176" sldId="39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742285275" sldId="39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65865790" sldId="39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55603545" sldId="39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484328419" sldId="394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890914359" sldId="396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369192665" sldId="39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398716981" sldId="39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69074238" sldId="40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013342353" sldId="40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317888891" sldId="40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862504414" sldId="40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449711525" sldId="404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69699466" sldId="40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665244872" sldId="40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172202056" sldId="40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895237710" sldId="41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594726673" sldId="41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780890942" sldId="412"/>
        </pc:sldMkLst>
      </pc:sldChg>
      <pc:sldChg chg="addSp delSp modSp add mod">
        <pc:chgData name="Ferrer-Bonsoms Hernandez, Juan Angel" userId="3ee72a98-c108-4a22-84cf-0fb1bff741c5" providerId="ADAL" clId="{6F48326A-ED2E-254A-810F-3FFCE3448F68}" dt="2023-01-29T15:44:34.945" v="254" actId="20577"/>
        <pc:sldMkLst>
          <pc:docMk/>
          <pc:sldMk cId="639155545" sldId="413"/>
        </pc:sldMkLst>
        <pc:spChg chg="mod">
          <ac:chgData name="Ferrer-Bonsoms Hernandez, Juan Angel" userId="3ee72a98-c108-4a22-84cf-0fb1bff741c5" providerId="ADAL" clId="{6F48326A-ED2E-254A-810F-3FFCE3448F68}" dt="2023-01-29T15:44:34.945" v="254" actId="20577"/>
          <ac:spMkLst>
            <pc:docMk/>
            <pc:sldMk cId="639155545" sldId="413"/>
            <ac:spMk id="15" creationId="{12D2CBB8-CDAF-684F-A9F2-5DC092116F68}"/>
          </ac:spMkLst>
        </pc:spChg>
        <pc:spChg chg="del">
          <ac:chgData name="Ferrer-Bonsoms Hernandez, Juan Angel" userId="3ee72a98-c108-4a22-84cf-0fb1bff741c5" providerId="ADAL" clId="{6F48326A-ED2E-254A-810F-3FFCE3448F68}" dt="2023-01-29T15:37:25.979" v="226" actId="478"/>
          <ac:spMkLst>
            <pc:docMk/>
            <pc:sldMk cId="639155545" sldId="413"/>
            <ac:spMk id="215" creationId="{07C3DAAF-DAD8-5D44-8C08-F6268C896D96}"/>
          </ac:spMkLst>
        </pc:spChg>
        <pc:spChg chg="del">
          <ac:chgData name="Ferrer-Bonsoms Hernandez, Juan Angel" userId="3ee72a98-c108-4a22-84cf-0fb1bff741c5" providerId="ADAL" clId="{6F48326A-ED2E-254A-810F-3FFCE3448F68}" dt="2023-01-29T15:37:31.183" v="231" actId="478"/>
          <ac:spMkLst>
            <pc:docMk/>
            <pc:sldMk cId="639155545" sldId="413"/>
            <ac:spMk id="217" creationId="{3874A52E-3043-8B40-8037-49F454AF69A7}"/>
          </ac:spMkLst>
        </pc:spChg>
        <pc:spChg chg="del">
          <ac:chgData name="Ferrer-Bonsoms Hernandez, Juan Angel" userId="3ee72a98-c108-4a22-84cf-0fb1bff741c5" providerId="ADAL" clId="{6F48326A-ED2E-254A-810F-3FFCE3448F68}" dt="2023-01-29T15:37:29.667" v="230" actId="478"/>
          <ac:spMkLst>
            <pc:docMk/>
            <pc:sldMk cId="639155545" sldId="413"/>
            <ac:spMk id="219" creationId="{830C7C70-EA2F-7B44-BEB4-AAC4B3C13173}"/>
          </ac:spMkLst>
        </pc:spChg>
        <pc:spChg chg="del">
          <ac:chgData name="Ferrer-Bonsoms Hernandez, Juan Angel" userId="3ee72a98-c108-4a22-84cf-0fb1bff741c5" providerId="ADAL" clId="{6F48326A-ED2E-254A-810F-3FFCE3448F68}" dt="2023-01-29T15:37:33.093" v="232" actId="478"/>
          <ac:spMkLst>
            <pc:docMk/>
            <pc:sldMk cId="639155545" sldId="413"/>
            <ac:spMk id="221" creationId="{B1D89837-8BF7-DD4A-B60B-1E262DF042A5}"/>
          </ac:spMkLst>
        </pc:spChg>
        <pc:picChg chg="add mod">
          <ac:chgData name="Ferrer-Bonsoms Hernandez, Juan Angel" userId="3ee72a98-c108-4a22-84cf-0fb1bff741c5" providerId="ADAL" clId="{6F48326A-ED2E-254A-810F-3FFCE3448F68}" dt="2023-01-29T15:44:25.520" v="243"/>
          <ac:picMkLst>
            <pc:docMk/>
            <pc:sldMk cId="639155545" sldId="413"/>
            <ac:picMk id="14" creationId="{9A6B6F10-1098-AF4F-ADB2-950DEE7F1464}"/>
          </ac:picMkLst>
        </pc:picChg>
        <pc:picChg chg="del">
          <ac:chgData name="Ferrer-Bonsoms Hernandez, Juan Angel" userId="3ee72a98-c108-4a22-84cf-0fb1bff741c5" providerId="ADAL" clId="{6F48326A-ED2E-254A-810F-3FFCE3448F68}" dt="2023-01-29T15:37:27.514" v="228" actId="478"/>
          <ac:picMkLst>
            <pc:docMk/>
            <pc:sldMk cId="639155545" sldId="413"/>
            <ac:picMk id="216" creationId="{9629AC52-294C-4F43-BA6C-D31CE5EAE597}"/>
          </ac:picMkLst>
        </pc:picChg>
        <pc:picChg chg="del">
          <ac:chgData name="Ferrer-Bonsoms Hernandez, Juan Angel" userId="3ee72a98-c108-4a22-84cf-0fb1bff741c5" providerId="ADAL" clId="{6F48326A-ED2E-254A-810F-3FFCE3448F68}" dt="2023-01-29T15:37:28.331" v="229" actId="478"/>
          <ac:picMkLst>
            <pc:docMk/>
            <pc:sldMk cId="639155545" sldId="413"/>
            <ac:picMk id="218" creationId="{28AC0D94-A14C-514D-8BD8-A7655CB19837}"/>
          </ac:picMkLst>
        </pc:picChg>
        <pc:picChg chg="del">
          <ac:chgData name="Ferrer-Bonsoms Hernandez, Juan Angel" userId="3ee72a98-c108-4a22-84cf-0fb1bff741c5" providerId="ADAL" clId="{6F48326A-ED2E-254A-810F-3FFCE3448F68}" dt="2023-01-29T15:37:26.760" v="227" actId="478"/>
          <ac:picMkLst>
            <pc:docMk/>
            <pc:sldMk cId="639155545" sldId="413"/>
            <ac:picMk id="220" creationId="{6FFBF0A4-BD09-3743-8AA5-BE72ED32B4F4}"/>
          </ac:picMkLst>
        </pc:picChg>
      </pc:sldChg>
      <pc:sldChg chg="addSp modSp add del mod">
        <pc:chgData name="Ferrer-Bonsoms Hernandez, Juan Angel" userId="3ee72a98-c108-4a22-84cf-0fb1bff741c5" providerId="ADAL" clId="{6F48326A-ED2E-254A-810F-3FFCE3448F68}" dt="2023-01-29T15:51:12.576" v="403" actId="2696"/>
        <pc:sldMkLst>
          <pc:docMk/>
          <pc:sldMk cId="3657321759" sldId="414"/>
        </pc:sldMkLst>
        <pc:spChg chg="add mod">
          <ac:chgData name="Ferrer-Bonsoms Hernandez, Juan Angel" userId="3ee72a98-c108-4a22-84cf-0fb1bff741c5" providerId="ADAL" clId="{6F48326A-ED2E-254A-810F-3FFCE3448F68}" dt="2023-01-29T15:51:04.112" v="402" actId="20577"/>
          <ac:spMkLst>
            <pc:docMk/>
            <pc:sldMk cId="3657321759" sldId="414"/>
            <ac:spMk id="7" creationId="{62B21A85-E17A-3F4C-B920-F687A1420FE4}"/>
          </ac:spMkLst>
        </pc:spChg>
        <pc:spChg chg="mod">
          <ac:chgData name="Ferrer-Bonsoms Hernandez, Juan Angel" userId="3ee72a98-c108-4a22-84cf-0fb1bff741c5" providerId="ADAL" clId="{6F48326A-ED2E-254A-810F-3FFCE3448F68}" dt="2023-01-29T15:45:18.041" v="275" actId="20577"/>
          <ac:spMkLst>
            <pc:docMk/>
            <pc:sldMk cId="3657321759" sldId="414"/>
            <ac:spMk id="15" creationId="{12D2CBB8-CDAF-684F-A9F2-5DC092116F68}"/>
          </ac:spMkLst>
        </pc:spChg>
      </pc:sldChg>
      <pc:sldChg chg="addSp add del">
        <pc:chgData name="Ferrer-Bonsoms Hernandez, Juan Angel" userId="3ee72a98-c108-4a22-84cf-0fb1bff741c5" providerId="ADAL" clId="{6F48326A-ED2E-254A-810F-3FFCE3448F68}" dt="2023-01-29T15:44:27.593" v="244" actId="2696"/>
        <pc:sldMkLst>
          <pc:docMk/>
          <pc:sldMk cId="2873900827" sldId="415"/>
        </pc:sldMkLst>
        <pc:picChg chg="add">
          <ac:chgData name="Ferrer-Bonsoms Hernandez, Juan Angel" userId="3ee72a98-c108-4a22-84cf-0fb1bff741c5" providerId="ADAL" clId="{6F48326A-ED2E-254A-810F-3FFCE3448F68}" dt="2023-01-29T15:38:43.101" v="242"/>
          <ac:picMkLst>
            <pc:docMk/>
            <pc:sldMk cId="2873900827" sldId="415"/>
            <ac:picMk id="2" creationId="{5C83C720-544F-AD4D-ABB8-6EDF631FA11E}"/>
          </ac:picMkLst>
        </pc:picChg>
      </pc:sldChg>
    </pc:docChg>
  </pc:docChgLst>
  <pc:docChgLst>
    <pc:chgData name="Ferrer-Bonsoms Hernandez, Juan Angel" userId="3ee72a98-c108-4a22-84cf-0fb1bff741c5" providerId="ADAL" clId="{D2565D78-CD43-BF4E-9979-7DAFE9AC528F}"/>
    <pc:docChg chg="undo custSel addSld delSld modSld modSection">
      <pc:chgData name="Ferrer-Bonsoms Hernandez, Juan Angel" userId="3ee72a98-c108-4a22-84cf-0fb1bff741c5" providerId="ADAL" clId="{D2565D78-CD43-BF4E-9979-7DAFE9AC528F}" dt="2023-01-29T17:46:01.992" v="1724" actId="20577"/>
      <pc:docMkLst>
        <pc:docMk/>
      </pc:docMkLst>
      <pc:sldChg chg="modSp mod">
        <pc:chgData name="Ferrer-Bonsoms Hernandez, Juan Angel" userId="3ee72a98-c108-4a22-84cf-0fb1bff741c5" providerId="ADAL" clId="{D2565D78-CD43-BF4E-9979-7DAFE9AC528F}" dt="2023-01-29T15:53:11.588" v="14" actId="1076"/>
        <pc:sldMkLst>
          <pc:docMk/>
          <pc:sldMk cId="3704739434" sldId="256"/>
        </pc:sldMkLst>
        <pc:spChg chg="mod">
          <ac:chgData name="Ferrer-Bonsoms Hernandez, Juan Angel" userId="3ee72a98-c108-4a22-84cf-0fb1bff741c5" providerId="ADAL" clId="{D2565D78-CD43-BF4E-9979-7DAFE9AC528F}" dt="2023-01-29T15:53:11.588" v="14" actId="1076"/>
          <ac:spMkLst>
            <pc:docMk/>
            <pc:sldMk cId="3704739434" sldId="256"/>
            <ac:spMk id="6" creationId="{071446DC-BD9F-404E-8E03-417BDE97A349}"/>
          </ac:spMkLst>
        </pc:spChg>
      </pc:sldChg>
      <pc:sldChg chg="addSp delSp modSp mod">
        <pc:chgData name="Ferrer-Bonsoms Hernandez, Juan Angel" userId="3ee72a98-c108-4a22-84cf-0fb1bff741c5" providerId="ADAL" clId="{D2565D78-CD43-BF4E-9979-7DAFE9AC528F}" dt="2023-01-29T15:54:49.320" v="43"/>
        <pc:sldMkLst>
          <pc:docMk/>
          <pc:sldMk cId="91414043" sldId="266"/>
        </pc:sldMkLst>
        <pc:spChg chg="mod">
          <ac:chgData name="Ferrer-Bonsoms Hernandez, Juan Angel" userId="3ee72a98-c108-4a22-84cf-0fb1bff741c5" providerId="ADAL" clId="{D2565D78-CD43-BF4E-9979-7DAFE9AC528F}" dt="2023-01-29T15:53:20.117" v="26" actId="20577"/>
          <ac:spMkLst>
            <pc:docMk/>
            <pc:sldMk cId="91414043" sldId="266"/>
            <ac:spMk id="15" creationId="{12D2CBB8-CDAF-684F-A9F2-5DC092116F68}"/>
          </ac:spMkLst>
        </pc:spChg>
        <pc:spChg chg="add mod">
          <ac:chgData name="Ferrer-Bonsoms Hernandez, Juan Angel" userId="3ee72a98-c108-4a22-84cf-0fb1bff741c5" providerId="ADAL" clId="{D2565D78-CD43-BF4E-9979-7DAFE9AC528F}" dt="2023-01-29T15:54:40.026" v="40"/>
          <ac:spMkLst>
            <pc:docMk/>
            <pc:sldMk cId="91414043" sldId="266"/>
            <ac:spMk id="16" creationId="{016F21B9-BB29-374C-9A20-9C77130F45FB}"/>
          </ac:spMkLst>
        </pc:spChg>
        <pc:spChg chg="del">
          <ac:chgData name="Ferrer-Bonsoms Hernandez, Juan Angel" userId="3ee72a98-c108-4a22-84cf-0fb1bff741c5" providerId="ADAL" clId="{D2565D78-CD43-BF4E-9979-7DAFE9AC528F}" dt="2023-01-29T15:53:24.068" v="27" actId="478"/>
          <ac:spMkLst>
            <pc:docMk/>
            <pc:sldMk cId="91414043" sldId="266"/>
            <ac:spMk id="215" creationId="{07C3DAAF-DAD8-5D44-8C08-F6268C896D96}"/>
          </ac:spMkLst>
        </pc:spChg>
        <pc:spChg chg="del">
          <ac:chgData name="Ferrer-Bonsoms Hernandez, Juan Angel" userId="3ee72a98-c108-4a22-84cf-0fb1bff741c5" providerId="ADAL" clId="{D2565D78-CD43-BF4E-9979-7DAFE9AC528F}" dt="2023-01-29T15:53:28.596" v="32" actId="478"/>
          <ac:spMkLst>
            <pc:docMk/>
            <pc:sldMk cId="91414043" sldId="266"/>
            <ac:spMk id="217" creationId="{3874A52E-3043-8B40-8037-49F454AF69A7}"/>
          </ac:spMkLst>
        </pc:spChg>
        <pc:spChg chg="del">
          <ac:chgData name="Ferrer-Bonsoms Hernandez, Juan Angel" userId="3ee72a98-c108-4a22-84cf-0fb1bff741c5" providerId="ADAL" clId="{D2565D78-CD43-BF4E-9979-7DAFE9AC528F}" dt="2023-01-29T15:53:27.322" v="31" actId="478"/>
          <ac:spMkLst>
            <pc:docMk/>
            <pc:sldMk cId="91414043" sldId="266"/>
            <ac:spMk id="219" creationId="{830C7C70-EA2F-7B44-BEB4-AAC4B3C13173}"/>
          </ac:spMkLst>
        </pc:spChg>
        <pc:spChg chg="del">
          <ac:chgData name="Ferrer-Bonsoms Hernandez, Juan Angel" userId="3ee72a98-c108-4a22-84cf-0fb1bff741c5" providerId="ADAL" clId="{D2565D78-CD43-BF4E-9979-7DAFE9AC528F}" dt="2023-01-29T15:53:29.907" v="33" actId="478"/>
          <ac:spMkLst>
            <pc:docMk/>
            <pc:sldMk cId="91414043" sldId="266"/>
            <ac:spMk id="221" creationId="{B1D89837-8BF7-DD4A-B60B-1E262DF042A5}"/>
          </ac:spMkLst>
        </pc:spChg>
        <pc:picChg chg="add mod">
          <ac:chgData name="Ferrer-Bonsoms Hernandez, Juan Angel" userId="3ee72a98-c108-4a22-84cf-0fb1bff741c5" providerId="ADAL" clId="{D2565D78-CD43-BF4E-9979-7DAFE9AC528F}" dt="2023-01-29T15:54:45.598" v="41" actId="1076"/>
          <ac:picMkLst>
            <pc:docMk/>
            <pc:sldMk cId="91414043" sldId="266"/>
            <ac:picMk id="14" creationId="{DEB85380-8CA6-C346-BDFB-7406A70FA94D}"/>
          </ac:picMkLst>
        </pc:picChg>
        <pc:picChg chg="add mod">
          <ac:chgData name="Ferrer-Bonsoms Hernandez, Juan Angel" userId="3ee72a98-c108-4a22-84cf-0fb1bff741c5" providerId="ADAL" clId="{D2565D78-CD43-BF4E-9979-7DAFE9AC528F}" dt="2023-01-29T15:54:49.320" v="43"/>
          <ac:picMkLst>
            <pc:docMk/>
            <pc:sldMk cId="91414043" sldId="266"/>
            <ac:picMk id="17" creationId="{0E03ACB8-4CE4-5D49-A075-3B11B0B10A16}"/>
          </ac:picMkLst>
        </pc:picChg>
        <pc:picChg chg="del">
          <ac:chgData name="Ferrer-Bonsoms Hernandez, Juan Angel" userId="3ee72a98-c108-4a22-84cf-0fb1bff741c5" providerId="ADAL" clId="{D2565D78-CD43-BF4E-9979-7DAFE9AC528F}" dt="2023-01-29T15:53:25.162" v="29" actId="478"/>
          <ac:picMkLst>
            <pc:docMk/>
            <pc:sldMk cId="91414043" sldId="266"/>
            <ac:picMk id="216" creationId="{9629AC52-294C-4F43-BA6C-D31CE5EAE597}"/>
          </ac:picMkLst>
        </pc:picChg>
        <pc:picChg chg="del">
          <ac:chgData name="Ferrer-Bonsoms Hernandez, Juan Angel" userId="3ee72a98-c108-4a22-84cf-0fb1bff741c5" providerId="ADAL" clId="{D2565D78-CD43-BF4E-9979-7DAFE9AC528F}" dt="2023-01-29T15:53:25.653" v="30" actId="478"/>
          <ac:picMkLst>
            <pc:docMk/>
            <pc:sldMk cId="91414043" sldId="266"/>
            <ac:picMk id="218" creationId="{28AC0D94-A14C-514D-8BD8-A7655CB19837}"/>
          </ac:picMkLst>
        </pc:picChg>
        <pc:picChg chg="del">
          <ac:chgData name="Ferrer-Bonsoms Hernandez, Juan Angel" userId="3ee72a98-c108-4a22-84cf-0fb1bff741c5" providerId="ADAL" clId="{D2565D78-CD43-BF4E-9979-7DAFE9AC528F}" dt="2023-01-29T15:53:24.758" v="28" actId="478"/>
          <ac:picMkLst>
            <pc:docMk/>
            <pc:sldMk cId="91414043" sldId="266"/>
            <ac:picMk id="220" creationId="{6FFBF0A4-BD09-3743-8AA5-BE72ED32B4F4}"/>
          </ac:picMkLst>
        </pc:picChg>
        <pc:picChg chg="del">
          <ac:chgData name="Ferrer-Bonsoms Hernandez, Juan Angel" userId="3ee72a98-c108-4a22-84cf-0fb1bff741c5" providerId="ADAL" clId="{D2565D78-CD43-BF4E-9979-7DAFE9AC528F}" dt="2023-01-29T15:54:48.321" v="42" actId="21"/>
          <ac:picMkLst>
            <pc:docMk/>
            <pc:sldMk cId="91414043" sldId="266"/>
            <ac:picMk id="380" creationId="{127D6B3B-E745-B44F-8E29-DA8F923186ED}"/>
          </ac:picMkLst>
        </pc:picChg>
      </pc:sldChg>
      <pc:sldChg chg="addSp delSp modSp add mod modNotesTx">
        <pc:chgData name="Ferrer-Bonsoms Hernandez, Juan Angel" userId="3ee72a98-c108-4a22-84cf-0fb1bff741c5" providerId="ADAL" clId="{D2565D78-CD43-BF4E-9979-7DAFE9AC528F}" dt="2023-01-29T17:09:15.090" v="925" actId="1076"/>
        <pc:sldMkLst>
          <pc:docMk/>
          <pc:sldMk cId="3117759593" sldId="267"/>
        </pc:sldMkLst>
        <pc:spChg chg="add mod">
          <ac:chgData name="Ferrer-Bonsoms Hernandez, Juan Angel" userId="3ee72a98-c108-4a22-84cf-0fb1bff741c5" providerId="ADAL" clId="{D2565D78-CD43-BF4E-9979-7DAFE9AC528F}" dt="2023-01-29T16:45:06.607" v="665" actId="20577"/>
          <ac:spMkLst>
            <pc:docMk/>
            <pc:sldMk cId="3117759593" sldId="267"/>
            <ac:spMk id="14" creationId="{8396A141-FF78-764B-AF73-6F2B62726EE5}"/>
          </ac:spMkLst>
        </pc:spChg>
        <pc:spChg chg="mod">
          <ac:chgData name="Ferrer-Bonsoms Hernandez, Juan Angel" userId="3ee72a98-c108-4a22-84cf-0fb1bff741c5" providerId="ADAL" clId="{D2565D78-CD43-BF4E-9979-7DAFE9AC528F}" dt="2023-01-29T17:04:34.808" v="915" actId="20577"/>
          <ac:spMkLst>
            <pc:docMk/>
            <pc:sldMk cId="3117759593" sldId="267"/>
            <ac:spMk id="15" creationId="{12D2CBB8-CDAF-684F-A9F2-5DC092116F68}"/>
          </ac:spMkLst>
        </pc:spChg>
        <pc:spChg chg="add mod">
          <ac:chgData name="Ferrer-Bonsoms Hernandez, Juan Angel" userId="3ee72a98-c108-4a22-84cf-0fb1bff741c5" providerId="ADAL" clId="{D2565D78-CD43-BF4E-9979-7DAFE9AC528F}" dt="2023-01-29T17:09:15.090" v="925" actId="1076"/>
          <ac:spMkLst>
            <pc:docMk/>
            <pc:sldMk cId="3117759593" sldId="267"/>
            <ac:spMk id="16" creationId="{AC35EBAC-A78E-AD42-8530-77F608DB1653}"/>
          </ac:spMkLst>
        </pc:spChg>
        <pc:spChg chg="add mod">
          <ac:chgData name="Ferrer-Bonsoms Hernandez, Juan Angel" userId="3ee72a98-c108-4a22-84cf-0fb1bff741c5" providerId="ADAL" clId="{D2565D78-CD43-BF4E-9979-7DAFE9AC528F}" dt="2023-01-29T16:45:58.801" v="672" actId="208"/>
          <ac:spMkLst>
            <pc:docMk/>
            <pc:sldMk cId="3117759593" sldId="267"/>
            <ac:spMk id="18" creationId="{8F81FF34-2219-364F-9562-CD89298D187B}"/>
          </ac:spMkLst>
        </pc:spChg>
        <pc:grpChg chg="add mod">
          <ac:chgData name="Ferrer-Bonsoms Hernandez, Juan Angel" userId="3ee72a98-c108-4a22-84cf-0fb1bff741c5" providerId="ADAL" clId="{D2565D78-CD43-BF4E-9979-7DAFE9AC528F}" dt="2023-01-29T16:47:26.677" v="871" actId="1036"/>
          <ac:grpSpMkLst>
            <pc:docMk/>
            <pc:sldMk cId="3117759593" sldId="267"/>
            <ac:grpSpMk id="19" creationId="{9D67F742-2D4C-EA4F-B922-F7CBCDCBBBEF}"/>
          </ac:grpSpMkLst>
        </pc:grpChg>
        <pc:picChg chg="add mod">
          <ac:chgData name="Ferrer-Bonsoms Hernandez, Juan Angel" userId="3ee72a98-c108-4a22-84cf-0fb1bff741c5" providerId="ADAL" clId="{D2565D78-CD43-BF4E-9979-7DAFE9AC528F}" dt="2023-01-29T16:28:32.627" v="58" actId="1076"/>
          <ac:picMkLst>
            <pc:docMk/>
            <pc:sldMk cId="3117759593" sldId="267"/>
            <ac:picMk id="2" creationId="{A2F792DF-6D18-B349-8904-ED0DF26E575A}"/>
          </ac:picMkLst>
        </pc:picChg>
        <pc:picChg chg="add mod modCrop">
          <ac:chgData name="Ferrer-Bonsoms Hernandez, Juan Angel" userId="3ee72a98-c108-4a22-84cf-0fb1bff741c5" providerId="ADAL" clId="{D2565D78-CD43-BF4E-9979-7DAFE9AC528F}" dt="2023-01-29T16:40:01.117" v="453" actId="1076"/>
          <ac:picMkLst>
            <pc:docMk/>
            <pc:sldMk cId="3117759593" sldId="267"/>
            <ac:picMk id="12" creationId="{1430B46A-3A69-0E49-A0BD-36A356088258}"/>
          </ac:picMkLst>
        </pc:picChg>
        <pc:picChg chg="add mod">
          <ac:chgData name="Ferrer-Bonsoms Hernandez, Juan Angel" userId="3ee72a98-c108-4a22-84cf-0fb1bff741c5" providerId="ADAL" clId="{D2565D78-CD43-BF4E-9979-7DAFE9AC528F}" dt="2023-01-29T16:46:50.020" v="860" actId="1037"/>
          <ac:picMkLst>
            <pc:docMk/>
            <pc:sldMk cId="3117759593" sldId="267"/>
            <ac:picMk id="17" creationId="{C7184617-0FCD-B045-BC5A-C9C58C13C13B}"/>
          </ac:picMkLst>
        </pc:picChg>
        <pc:inkChg chg="add">
          <ac:chgData name="Ferrer-Bonsoms Hernandez, Juan Angel" userId="3ee72a98-c108-4a22-84cf-0fb1bff741c5" providerId="ADAL" clId="{D2565D78-CD43-BF4E-9979-7DAFE9AC528F}" dt="2023-01-29T16:28:45.757" v="59" actId="9405"/>
          <ac:inkMkLst>
            <pc:docMk/>
            <pc:sldMk cId="3117759593" sldId="267"/>
            <ac:inkMk id="3" creationId="{06C3B54E-9A04-3D43-B6C5-9CE33541188B}"/>
          </ac:inkMkLst>
        </pc:inkChg>
        <pc:inkChg chg="add">
          <ac:chgData name="Ferrer-Bonsoms Hernandez, Juan Angel" userId="3ee72a98-c108-4a22-84cf-0fb1bff741c5" providerId="ADAL" clId="{D2565D78-CD43-BF4E-9979-7DAFE9AC528F}" dt="2023-01-29T16:28:50.236" v="60" actId="9405"/>
          <ac:inkMkLst>
            <pc:docMk/>
            <pc:sldMk cId="3117759593" sldId="267"/>
            <ac:inkMk id="4" creationId="{37C233A3-3EE6-7D4A-BE4B-1A3070C1DE0D}"/>
          </ac:inkMkLst>
        </pc:inkChg>
        <pc:inkChg chg="add">
          <ac:chgData name="Ferrer-Bonsoms Hernandez, Juan Angel" userId="3ee72a98-c108-4a22-84cf-0fb1bff741c5" providerId="ADAL" clId="{D2565D78-CD43-BF4E-9979-7DAFE9AC528F}" dt="2023-01-29T16:28:57.723" v="61" actId="9405"/>
          <ac:inkMkLst>
            <pc:docMk/>
            <pc:sldMk cId="3117759593" sldId="267"/>
            <ac:inkMk id="5" creationId="{A1A496D3-77B8-C940-A64E-0D754379074F}"/>
          </ac:inkMkLst>
        </pc:inkChg>
        <pc:inkChg chg="add">
          <ac:chgData name="Ferrer-Bonsoms Hernandez, Juan Angel" userId="3ee72a98-c108-4a22-84cf-0fb1bff741c5" providerId="ADAL" clId="{D2565D78-CD43-BF4E-9979-7DAFE9AC528F}" dt="2023-01-29T16:29:09.255" v="62" actId="9405"/>
          <ac:inkMkLst>
            <pc:docMk/>
            <pc:sldMk cId="3117759593" sldId="267"/>
            <ac:inkMk id="7" creationId="{085DC3B5-2F4F-BC40-867D-5F1B5CAB0228}"/>
          </ac:inkMkLst>
        </pc:inkChg>
        <pc:inkChg chg="add">
          <ac:chgData name="Ferrer-Bonsoms Hernandez, Juan Angel" userId="3ee72a98-c108-4a22-84cf-0fb1bff741c5" providerId="ADAL" clId="{D2565D78-CD43-BF4E-9979-7DAFE9AC528F}" dt="2023-01-29T16:29:22.611" v="63" actId="9405"/>
          <ac:inkMkLst>
            <pc:docMk/>
            <pc:sldMk cId="3117759593" sldId="267"/>
            <ac:inkMk id="8" creationId="{64CA1C1A-C0D4-474A-9E64-E57ED3B08F3E}"/>
          </ac:inkMkLst>
        </pc:inkChg>
        <pc:inkChg chg="add">
          <ac:chgData name="Ferrer-Bonsoms Hernandez, Juan Angel" userId="3ee72a98-c108-4a22-84cf-0fb1bff741c5" providerId="ADAL" clId="{D2565D78-CD43-BF4E-9979-7DAFE9AC528F}" dt="2023-01-29T16:29:29.438" v="64" actId="9405"/>
          <ac:inkMkLst>
            <pc:docMk/>
            <pc:sldMk cId="3117759593" sldId="267"/>
            <ac:inkMk id="9" creationId="{73C28257-B786-014E-9729-914C8DB82B82}"/>
          </ac:inkMkLst>
        </pc:inkChg>
        <pc:inkChg chg="add del">
          <ac:chgData name="Ferrer-Bonsoms Hernandez, Juan Angel" userId="3ee72a98-c108-4a22-84cf-0fb1bff741c5" providerId="ADAL" clId="{D2565D78-CD43-BF4E-9979-7DAFE9AC528F}" dt="2023-01-29T16:29:49.999" v="66" actId="9405"/>
          <ac:inkMkLst>
            <pc:docMk/>
            <pc:sldMk cId="3117759593" sldId="267"/>
            <ac:inkMk id="10" creationId="{AC3C5671-9E7C-814A-86F8-C597929026F0}"/>
          </ac:inkMkLst>
        </pc:inkChg>
      </pc:sldChg>
      <pc:sldChg chg="addSp modSp add del mod modNotesTx">
        <pc:chgData name="Ferrer-Bonsoms Hernandez, Juan Angel" userId="3ee72a98-c108-4a22-84cf-0fb1bff741c5" providerId="ADAL" clId="{D2565D78-CD43-BF4E-9979-7DAFE9AC528F}" dt="2023-01-29T17:16:38.115" v="1448" actId="2696"/>
        <pc:sldMkLst>
          <pc:docMk/>
          <pc:sldMk cId="2434758271" sldId="268"/>
        </pc:sldMkLst>
        <pc:spChg chg="add mod">
          <ac:chgData name="Ferrer-Bonsoms Hernandez, Juan Angel" userId="3ee72a98-c108-4a22-84cf-0fb1bff741c5" providerId="ADAL" clId="{D2565D78-CD43-BF4E-9979-7DAFE9AC528F}" dt="2023-01-29T17:09:18.922" v="926" actId="1076"/>
          <ac:spMkLst>
            <pc:docMk/>
            <pc:sldMk cId="2434758271" sldId="268"/>
            <ac:spMk id="2" creationId="{92E550AB-6570-8F48-B4C0-5453947FC746}"/>
          </ac:spMkLst>
        </pc:spChg>
        <pc:spChg chg="mod">
          <ac:chgData name="Ferrer-Bonsoms Hernandez, Juan Angel" userId="3ee72a98-c108-4a22-84cf-0fb1bff741c5" providerId="ADAL" clId="{D2565D78-CD43-BF4E-9979-7DAFE9AC528F}" dt="2023-01-29T16:48:06.697" v="903" actId="20577"/>
          <ac:spMkLst>
            <pc:docMk/>
            <pc:sldMk cId="2434758271" sldId="268"/>
            <ac:spMk id="15" creationId="{12D2CBB8-CDAF-684F-A9F2-5DC092116F68}"/>
          </ac:spMkLst>
        </pc:spChg>
        <pc:picChg chg="add mod">
          <ac:chgData name="Ferrer-Bonsoms Hernandez, Juan Angel" userId="3ee72a98-c108-4a22-84cf-0fb1bff741c5" providerId="ADAL" clId="{D2565D78-CD43-BF4E-9979-7DAFE9AC528F}" dt="2023-01-29T17:09:37.272" v="947" actId="1035"/>
          <ac:picMkLst>
            <pc:docMk/>
            <pc:sldMk cId="2434758271" sldId="268"/>
            <ac:picMk id="1026" creationId="{1A1EE251-1A53-3B45-9B8E-40FEA3A0C383}"/>
          </ac:picMkLst>
        </pc:picChg>
      </pc:sldChg>
      <pc:sldChg chg="addSp delSp modSp add mod modNotesTx">
        <pc:chgData name="Ferrer-Bonsoms Hernandez, Juan Angel" userId="3ee72a98-c108-4a22-84cf-0fb1bff741c5" providerId="ADAL" clId="{D2565D78-CD43-BF4E-9979-7DAFE9AC528F}" dt="2023-01-29T17:15:13.453" v="1446" actId="20577"/>
        <pc:sldMkLst>
          <pc:docMk/>
          <pc:sldMk cId="2423602934" sldId="269"/>
        </pc:sldMkLst>
        <pc:spChg chg="add mod">
          <ac:chgData name="Ferrer-Bonsoms Hernandez, Juan Angel" userId="3ee72a98-c108-4a22-84cf-0fb1bff741c5" providerId="ADAL" clId="{D2565D78-CD43-BF4E-9979-7DAFE9AC528F}" dt="2023-01-29T17:13:06.357" v="1281" actId="20577"/>
          <ac:spMkLst>
            <pc:docMk/>
            <pc:sldMk cId="2423602934" sldId="269"/>
            <ac:spMk id="3" creationId="{84EDE337-82C5-9746-85B7-B1D1E93A7546}"/>
          </ac:spMkLst>
        </pc:spChg>
        <pc:spChg chg="add mod">
          <ac:chgData name="Ferrer-Bonsoms Hernandez, Juan Angel" userId="3ee72a98-c108-4a22-84cf-0fb1bff741c5" providerId="ADAL" clId="{D2565D78-CD43-BF4E-9979-7DAFE9AC528F}" dt="2023-01-29T17:13:42.436" v="1309" actId="1076"/>
          <ac:spMkLst>
            <pc:docMk/>
            <pc:sldMk cId="2423602934" sldId="269"/>
            <ac:spMk id="4" creationId="{635A22DE-1946-3E4B-955E-DA088AA1A878}"/>
          </ac:spMkLst>
        </pc:spChg>
        <pc:spChg chg="add mod">
          <ac:chgData name="Ferrer-Bonsoms Hernandez, Juan Angel" userId="3ee72a98-c108-4a22-84cf-0fb1bff741c5" providerId="ADAL" clId="{D2565D78-CD43-BF4E-9979-7DAFE9AC528F}" dt="2023-01-29T17:14:29.936" v="1329" actId="20577"/>
          <ac:spMkLst>
            <pc:docMk/>
            <pc:sldMk cId="2423602934" sldId="269"/>
            <ac:spMk id="14" creationId="{6CD95649-85AF-A74B-8BF7-F809A950C153}"/>
          </ac:spMkLst>
        </pc:spChg>
        <pc:picChg chg="del">
          <ac:chgData name="Ferrer-Bonsoms Hernandez, Juan Angel" userId="3ee72a98-c108-4a22-84cf-0fb1bff741c5" providerId="ADAL" clId="{D2565D78-CD43-BF4E-9979-7DAFE9AC528F}" dt="2023-01-29T17:11:15.566" v="1178" actId="478"/>
          <ac:picMkLst>
            <pc:docMk/>
            <pc:sldMk cId="2423602934" sldId="269"/>
            <ac:picMk id="1026" creationId="{1A1EE251-1A53-3B45-9B8E-40FEA3A0C383}"/>
          </ac:picMkLst>
        </pc:picChg>
        <pc:picChg chg="add mod">
          <ac:chgData name="Ferrer-Bonsoms Hernandez, Juan Angel" userId="3ee72a98-c108-4a22-84cf-0fb1bff741c5" providerId="ADAL" clId="{D2565D78-CD43-BF4E-9979-7DAFE9AC528F}" dt="2023-01-29T17:11:31.881" v="1180" actId="1076"/>
          <ac:picMkLst>
            <pc:docMk/>
            <pc:sldMk cId="2423602934" sldId="269"/>
            <ac:picMk id="2050" creationId="{B5967EAD-DCD7-DE4F-93CC-CBD00FE17A29}"/>
          </ac:picMkLst>
        </pc:picChg>
        <pc:picChg chg="add mod">
          <ac:chgData name="Ferrer-Bonsoms Hernandez, Juan Angel" userId="3ee72a98-c108-4a22-84cf-0fb1bff741c5" providerId="ADAL" clId="{D2565D78-CD43-BF4E-9979-7DAFE9AC528F}" dt="2023-01-29T17:13:29.753" v="1284" actId="1076"/>
          <ac:picMkLst>
            <pc:docMk/>
            <pc:sldMk cId="2423602934" sldId="269"/>
            <ac:picMk id="2052" creationId="{ADB9B492-DFA6-C54D-BD80-D19478A58E85}"/>
          </ac:picMkLst>
        </pc:picChg>
        <pc:picChg chg="add mod">
          <ac:chgData name="Ferrer-Bonsoms Hernandez, Juan Angel" userId="3ee72a98-c108-4a22-84cf-0fb1bff741c5" providerId="ADAL" clId="{D2565D78-CD43-BF4E-9979-7DAFE9AC528F}" dt="2023-01-29T17:14:23.798" v="1328" actId="1076"/>
          <ac:picMkLst>
            <pc:docMk/>
            <pc:sldMk cId="2423602934" sldId="269"/>
            <ac:picMk id="2054" creationId="{CD503F12-0135-304F-A714-4C5C8FE84B6B}"/>
          </ac:picMkLst>
        </pc:picChg>
      </pc:sldChg>
      <pc:sldChg chg="addSp delSp modSp add mod">
        <pc:chgData name="Ferrer-Bonsoms Hernandez, Juan Angel" userId="3ee72a98-c108-4a22-84cf-0fb1bff741c5" providerId="ADAL" clId="{D2565D78-CD43-BF4E-9979-7DAFE9AC528F}" dt="2023-01-29T17:25:26.411" v="1517" actId="1076"/>
        <pc:sldMkLst>
          <pc:docMk/>
          <pc:sldMk cId="20283194" sldId="270"/>
        </pc:sldMkLst>
        <pc:spChg chg="del">
          <ac:chgData name="Ferrer-Bonsoms Hernandez, Juan Angel" userId="3ee72a98-c108-4a22-84cf-0fb1bff741c5" providerId="ADAL" clId="{D2565D78-CD43-BF4E-9979-7DAFE9AC528F}" dt="2023-01-29T17:16:56.230" v="1449" actId="478"/>
          <ac:spMkLst>
            <pc:docMk/>
            <pc:sldMk cId="20283194" sldId="270"/>
            <ac:spMk id="3" creationId="{84EDE337-82C5-9746-85B7-B1D1E93A7546}"/>
          </ac:spMkLst>
        </pc:spChg>
        <pc:spChg chg="del">
          <ac:chgData name="Ferrer-Bonsoms Hernandez, Juan Angel" userId="3ee72a98-c108-4a22-84cf-0fb1bff741c5" providerId="ADAL" clId="{D2565D78-CD43-BF4E-9979-7DAFE9AC528F}" dt="2023-01-29T17:17:09.813" v="1453" actId="478"/>
          <ac:spMkLst>
            <pc:docMk/>
            <pc:sldMk cId="20283194" sldId="270"/>
            <ac:spMk id="4" creationId="{635A22DE-1946-3E4B-955E-DA088AA1A878}"/>
          </ac:spMkLst>
        </pc:spChg>
        <pc:spChg chg="add mod">
          <ac:chgData name="Ferrer-Bonsoms Hernandez, Juan Angel" userId="3ee72a98-c108-4a22-84cf-0fb1bff741c5" providerId="ADAL" clId="{D2565D78-CD43-BF4E-9979-7DAFE9AC528F}" dt="2023-01-29T17:24:09.596" v="1511" actId="20577"/>
          <ac:spMkLst>
            <pc:docMk/>
            <pc:sldMk cId="20283194" sldId="270"/>
            <ac:spMk id="5" creationId="{2B3F5D12-E637-CC47-8027-203D53276FCF}"/>
          </ac:spMkLst>
        </pc:spChg>
        <pc:spChg chg="del">
          <ac:chgData name="Ferrer-Bonsoms Hernandez, Juan Angel" userId="3ee72a98-c108-4a22-84cf-0fb1bff741c5" providerId="ADAL" clId="{D2565D78-CD43-BF4E-9979-7DAFE9AC528F}" dt="2023-01-29T17:17:02.755" v="1450" actId="478"/>
          <ac:spMkLst>
            <pc:docMk/>
            <pc:sldMk cId="20283194" sldId="270"/>
            <ac:spMk id="14" creationId="{6CD95649-85AF-A74B-8BF7-F809A950C153}"/>
          </ac:spMkLst>
        </pc:spChg>
        <pc:spChg chg="add mod">
          <ac:chgData name="Ferrer-Bonsoms Hernandez, Juan Angel" userId="3ee72a98-c108-4a22-84cf-0fb1bff741c5" providerId="ADAL" clId="{D2565D78-CD43-BF4E-9979-7DAFE9AC528F}" dt="2023-01-29T17:22:04.310" v="1458" actId="1076"/>
          <ac:spMkLst>
            <pc:docMk/>
            <pc:sldMk cId="20283194" sldId="270"/>
            <ac:spMk id="16" creationId="{793FA281-4AFB-1F46-BDDB-B2D3C70C69F2}"/>
          </ac:spMkLst>
        </pc:spChg>
        <pc:picChg chg="add del mod">
          <ac:chgData name="Ferrer-Bonsoms Hernandez, Juan Angel" userId="3ee72a98-c108-4a22-84cf-0fb1bff741c5" providerId="ADAL" clId="{D2565D78-CD43-BF4E-9979-7DAFE9AC528F}" dt="2023-01-29T17:25:17.970" v="1515" actId="478"/>
          <ac:picMkLst>
            <pc:docMk/>
            <pc:sldMk cId="20283194" sldId="270"/>
            <ac:picMk id="7" creationId="{5BF06FBA-96CB-7940-BAEA-271D248751A7}"/>
          </ac:picMkLst>
        </pc:picChg>
        <pc:picChg chg="add mod">
          <ac:chgData name="Ferrer-Bonsoms Hernandez, Juan Angel" userId="3ee72a98-c108-4a22-84cf-0fb1bff741c5" providerId="ADAL" clId="{D2565D78-CD43-BF4E-9979-7DAFE9AC528F}" dt="2023-01-29T17:25:26.411" v="1517" actId="1076"/>
          <ac:picMkLst>
            <pc:docMk/>
            <pc:sldMk cId="20283194" sldId="270"/>
            <ac:picMk id="8" creationId="{16E9F40B-66F1-E84A-88A0-4B71160E6DCC}"/>
          </ac:picMkLst>
        </pc:picChg>
        <pc:picChg chg="del">
          <ac:chgData name="Ferrer-Bonsoms Hernandez, Juan Angel" userId="3ee72a98-c108-4a22-84cf-0fb1bff741c5" providerId="ADAL" clId="{D2565D78-CD43-BF4E-9979-7DAFE9AC528F}" dt="2023-01-29T17:17:06.768" v="1452" actId="478"/>
          <ac:picMkLst>
            <pc:docMk/>
            <pc:sldMk cId="20283194" sldId="270"/>
            <ac:picMk id="2052" creationId="{ADB9B492-DFA6-C54D-BD80-D19478A58E85}"/>
          </ac:picMkLst>
        </pc:picChg>
        <pc:picChg chg="del">
          <ac:chgData name="Ferrer-Bonsoms Hernandez, Juan Angel" userId="3ee72a98-c108-4a22-84cf-0fb1bff741c5" providerId="ADAL" clId="{D2565D78-CD43-BF4E-9979-7DAFE9AC528F}" dt="2023-01-29T17:17:04.827" v="1451" actId="478"/>
          <ac:picMkLst>
            <pc:docMk/>
            <pc:sldMk cId="20283194" sldId="270"/>
            <ac:picMk id="2054" creationId="{CD503F12-0135-304F-A714-4C5C8FE84B6B}"/>
          </ac:picMkLst>
        </pc:picChg>
      </pc:sldChg>
      <pc:sldChg chg="addSp delSp modSp add mod">
        <pc:chgData name="Ferrer-Bonsoms Hernandez, Juan Angel" userId="3ee72a98-c108-4a22-84cf-0fb1bff741c5" providerId="ADAL" clId="{D2565D78-CD43-BF4E-9979-7DAFE9AC528F}" dt="2023-01-29T17:26:53.890" v="1527" actId="14100"/>
        <pc:sldMkLst>
          <pc:docMk/>
          <pc:sldMk cId="2508502141" sldId="271"/>
        </pc:sldMkLst>
        <pc:spChg chg="del">
          <ac:chgData name="Ferrer-Bonsoms Hernandez, Juan Angel" userId="3ee72a98-c108-4a22-84cf-0fb1bff741c5" providerId="ADAL" clId="{D2565D78-CD43-BF4E-9979-7DAFE9AC528F}" dt="2023-01-29T17:26:22.450" v="1520" actId="478"/>
          <ac:spMkLst>
            <pc:docMk/>
            <pc:sldMk cId="2508502141" sldId="271"/>
            <ac:spMk id="5" creationId="{2B3F5D12-E637-CC47-8027-203D53276FCF}"/>
          </ac:spMkLst>
        </pc:spChg>
        <pc:spChg chg="add mod">
          <ac:chgData name="Ferrer-Bonsoms Hernandez, Juan Angel" userId="3ee72a98-c108-4a22-84cf-0fb1bff741c5" providerId="ADAL" clId="{D2565D78-CD43-BF4E-9979-7DAFE9AC528F}" dt="2023-01-29T17:26:53.890" v="1527" actId="14100"/>
          <ac:spMkLst>
            <pc:docMk/>
            <pc:sldMk cId="2508502141" sldId="271"/>
            <ac:spMk id="11" creationId="{9D3F3F8E-E140-1A43-990B-6C6C06D6367B}"/>
          </ac:spMkLst>
        </pc:spChg>
        <pc:spChg chg="del">
          <ac:chgData name="Ferrer-Bonsoms Hernandez, Juan Angel" userId="3ee72a98-c108-4a22-84cf-0fb1bff741c5" providerId="ADAL" clId="{D2565D78-CD43-BF4E-9979-7DAFE9AC528F}" dt="2023-01-29T17:26:19.805" v="1519" actId="478"/>
          <ac:spMkLst>
            <pc:docMk/>
            <pc:sldMk cId="2508502141" sldId="271"/>
            <ac:spMk id="16" creationId="{793FA281-4AFB-1F46-BDDB-B2D3C70C69F2}"/>
          </ac:spMkLst>
        </pc:spChg>
        <pc:picChg chg="del">
          <ac:chgData name="Ferrer-Bonsoms Hernandez, Juan Angel" userId="3ee72a98-c108-4a22-84cf-0fb1bff741c5" providerId="ADAL" clId="{D2565D78-CD43-BF4E-9979-7DAFE9AC528F}" dt="2023-01-29T17:26:24.694" v="1521" actId="478"/>
          <ac:picMkLst>
            <pc:docMk/>
            <pc:sldMk cId="2508502141" sldId="271"/>
            <ac:picMk id="8" creationId="{16E9F40B-66F1-E84A-88A0-4B71160E6DCC}"/>
          </ac:picMkLst>
        </pc:picChg>
      </pc:sldChg>
      <pc:sldChg chg="add del">
        <pc:chgData name="Ferrer-Bonsoms Hernandez, Juan Angel" userId="3ee72a98-c108-4a22-84cf-0fb1bff741c5" providerId="ADAL" clId="{D2565D78-CD43-BF4E-9979-7DAFE9AC528F}" dt="2023-01-29T17:26:35.647" v="1523" actId="2696"/>
        <pc:sldMkLst>
          <pc:docMk/>
          <pc:sldMk cId="1596437044" sldId="272"/>
        </pc:sldMkLst>
      </pc:sldChg>
      <pc:sldChg chg="addSp delSp modSp add mod">
        <pc:chgData name="Ferrer-Bonsoms Hernandez, Juan Angel" userId="3ee72a98-c108-4a22-84cf-0fb1bff741c5" providerId="ADAL" clId="{D2565D78-CD43-BF4E-9979-7DAFE9AC528F}" dt="2023-01-29T17:40:28.207" v="1692" actId="20577"/>
        <pc:sldMkLst>
          <pc:docMk/>
          <pc:sldMk cId="4293480207" sldId="272"/>
        </pc:sldMkLst>
        <pc:spChg chg="del">
          <ac:chgData name="Ferrer-Bonsoms Hernandez, Juan Angel" userId="3ee72a98-c108-4a22-84cf-0fb1bff741c5" providerId="ADAL" clId="{D2565D78-CD43-BF4E-9979-7DAFE9AC528F}" dt="2023-01-29T17:34:25.306" v="1576" actId="478"/>
          <ac:spMkLst>
            <pc:docMk/>
            <pc:sldMk cId="4293480207" sldId="272"/>
            <ac:spMk id="2" creationId="{92E550AB-6570-8F48-B4C0-5453947FC746}"/>
          </ac:spMkLst>
        </pc:spChg>
        <pc:spChg chg="add mod">
          <ac:chgData name="Ferrer-Bonsoms Hernandez, Juan Angel" userId="3ee72a98-c108-4a22-84cf-0fb1bff741c5" providerId="ADAL" clId="{D2565D78-CD43-BF4E-9979-7DAFE9AC528F}" dt="2023-01-29T17:39:19.975" v="1679" actId="1076"/>
          <ac:spMkLst>
            <pc:docMk/>
            <pc:sldMk cId="4293480207" sldId="272"/>
            <ac:spMk id="7" creationId="{23B77478-9C13-3440-9FA0-F62B627EE526}"/>
          </ac:spMkLst>
        </pc:spChg>
        <pc:spChg chg="del">
          <ac:chgData name="Ferrer-Bonsoms Hernandez, Juan Angel" userId="3ee72a98-c108-4a22-84cf-0fb1bff741c5" providerId="ADAL" clId="{D2565D78-CD43-BF4E-9979-7DAFE9AC528F}" dt="2023-01-29T17:28:44.432" v="1529" actId="478"/>
          <ac:spMkLst>
            <pc:docMk/>
            <pc:sldMk cId="4293480207" sldId="272"/>
            <ac:spMk id="11" creationId="{9D3F3F8E-E140-1A43-990B-6C6C06D6367B}"/>
          </ac:spMkLst>
        </pc:spChg>
        <pc:spChg chg="add mod">
          <ac:chgData name="Ferrer-Bonsoms Hernandez, Juan Angel" userId="3ee72a98-c108-4a22-84cf-0fb1bff741c5" providerId="ADAL" clId="{D2565D78-CD43-BF4E-9979-7DAFE9AC528F}" dt="2023-01-29T17:38:42.681" v="1646" actId="1076"/>
          <ac:spMkLst>
            <pc:docMk/>
            <pc:sldMk cId="4293480207" sldId="272"/>
            <ac:spMk id="14" creationId="{62D70828-A49C-4A41-BF42-BCE289239BF8}"/>
          </ac:spMkLst>
        </pc:spChg>
        <pc:spChg chg="add mod">
          <ac:chgData name="Ferrer-Bonsoms Hernandez, Juan Angel" userId="3ee72a98-c108-4a22-84cf-0fb1bff741c5" providerId="ADAL" clId="{D2565D78-CD43-BF4E-9979-7DAFE9AC528F}" dt="2023-01-29T17:38:37.742" v="1644" actId="1076"/>
          <ac:spMkLst>
            <pc:docMk/>
            <pc:sldMk cId="4293480207" sldId="272"/>
            <ac:spMk id="16" creationId="{A37FF198-FB67-D240-8985-412C3774203D}"/>
          </ac:spMkLst>
        </pc:spChg>
        <pc:spChg chg="add mod">
          <ac:chgData name="Ferrer-Bonsoms Hernandez, Juan Angel" userId="3ee72a98-c108-4a22-84cf-0fb1bff741c5" providerId="ADAL" clId="{D2565D78-CD43-BF4E-9979-7DAFE9AC528F}" dt="2023-01-29T17:40:11.330" v="1688" actId="1076"/>
          <ac:spMkLst>
            <pc:docMk/>
            <pc:sldMk cId="4293480207" sldId="272"/>
            <ac:spMk id="18" creationId="{42581CC2-D6CC-8C4A-99B4-3AC41B92D58A}"/>
          </ac:spMkLst>
        </pc:spChg>
        <pc:spChg chg="add mod">
          <ac:chgData name="Ferrer-Bonsoms Hernandez, Juan Angel" userId="3ee72a98-c108-4a22-84cf-0fb1bff741c5" providerId="ADAL" clId="{D2565D78-CD43-BF4E-9979-7DAFE9AC528F}" dt="2023-01-29T17:40:28.207" v="1692" actId="20577"/>
          <ac:spMkLst>
            <pc:docMk/>
            <pc:sldMk cId="4293480207" sldId="272"/>
            <ac:spMk id="19" creationId="{56D053EE-8D2B-AD48-9EA0-6FB03B116553}"/>
          </ac:spMkLst>
        </pc:spChg>
        <pc:picChg chg="add mod">
          <ac:chgData name="Ferrer-Bonsoms Hernandez, Juan Angel" userId="3ee72a98-c108-4a22-84cf-0fb1bff741c5" providerId="ADAL" clId="{D2565D78-CD43-BF4E-9979-7DAFE9AC528F}" dt="2023-01-29T17:38:49.131" v="1648" actId="1076"/>
          <ac:picMkLst>
            <pc:docMk/>
            <pc:sldMk cId="4293480207" sldId="272"/>
            <ac:picMk id="3" creationId="{19C374DB-FA66-384A-B2E7-57DC3F39F16F}"/>
          </ac:picMkLst>
        </pc:picChg>
        <pc:picChg chg="add mod">
          <ac:chgData name="Ferrer-Bonsoms Hernandez, Juan Angel" userId="3ee72a98-c108-4a22-84cf-0fb1bff741c5" providerId="ADAL" clId="{D2565D78-CD43-BF4E-9979-7DAFE9AC528F}" dt="2023-01-29T17:38:46.261" v="1647" actId="1076"/>
          <ac:picMkLst>
            <pc:docMk/>
            <pc:sldMk cId="4293480207" sldId="272"/>
            <ac:picMk id="10" creationId="{9B1E7709-A270-4845-A75F-566EAD2719E1}"/>
          </ac:picMkLst>
        </pc:picChg>
        <pc:picChg chg="add mod">
          <ac:chgData name="Ferrer-Bonsoms Hernandez, Juan Angel" userId="3ee72a98-c108-4a22-84cf-0fb1bff741c5" providerId="ADAL" clId="{D2565D78-CD43-BF4E-9979-7DAFE9AC528F}" dt="2023-01-29T17:38:39.407" v="1645" actId="1076"/>
          <ac:picMkLst>
            <pc:docMk/>
            <pc:sldMk cId="4293480207" sldId="272"/>
            <ac:picMk id="12" creationId="{DDEFCBA0-505A-824A-9B6B-66014EEB4F37}"/>
          </ac:picMkLst>
        </pc:picChg>
        <pc:picChg chg="add mod">
          <ac:chgData name="Ferrer-Bonsoms Hernandez, Juan Angel" userId="3ee72a98-c108-4a22-84cf-0fb1bff741c5" providerId="ADAL" clId="{D2565D78-CD43-BF4E-9979-7DAFE9AC528F}" dt="2023-01-29T17:38:51.583" v="1649" actId="1076"/>
          <ac:picMkLst>
            <pc:docMk/>
            <pc:sldMk cId="4293480207" sldId="272"/>
            <ac:picMk id="17" creationId="{9D67B074-40D1-9D49-B63A-C5DFDD8F7489}"/>
          </ac:picMkLst>
        </pc:picChg>
        <pc:picChg chg="del">
          <ac:chgData name="Ferrer-Bonsoms Hernandez, Juan Angel" userId="3ee72a98-c108-4a22-84cf-0fb1bff741c5" providerId="ADAL" clId="{D2565D78-CD43-BF4E-9979-7DAFE9AC528F}" dt="2023-01-29T17:38:19.124" v="1641" actId="478"/>
          <ac:picMkLst>
            <pc:docMk/>
            <pc:sldMk cId="4293480207" sldId="272"/>
            <ac:picMk id="380" creationId="{127D6B3B-E745-B44F-8E29-DA8F923186ED}"/>
          </ac:picMkLst>
        </pc:picChg>
        <pc:picChg chg="del">
          <ac:chgData name="Ferrer-Bonsoms Hernandez, Juan Angel" userId="3ee72a98-c108-4a22-84cf-0fb1bff741c5" providerId="ADAL" clId="{D2565D78-CD43-BF4E-9979-7DAFE9AC528F}" dt="2023-01-29T17:38:34.109" v="1643" actId="478"/>
          <ac:picMkLst>
            <pc:docMk/>
            <pc:sldMk cId="4293480207" sldId="272"/>
            <ac:picMk id="2050" creationId="{B5967EAD-DCD7-DE4F-93CC-CBD00FE17A29}"/>
          </ac:picMkLst>
        </pc:picChg>
      </pc:sldChg>
      <pc:sldChg chg="add del">
        <pc:chgData name="Ferrer-Bonsoms Hernandez, Juan Angel" userId="3ee72a98-c108-4a22-84cf-0fb1bff741c5" providerId="ADAL" clId="{D2565D78-CD43-BF4E-9979-7DAFE9AC528F}" dt="2023-01-29T17:29:40.774" v="1531"/>
        <pc:sldMkLst>
          <pc:docMk/>
          <pc:sldMk cId="243225009" sldId="273"/>
        </pc:sldMkLst>
      </pc:sldChg>
      <pc:sldChg chg="delSp modSp add mod">
        <pc:chgData name="Ferrer-Bonsoms Hernandez, Juan Angel" userId="3ee72a98-c108-4a22-84cf-0fb1bff741c5" providerId="ADAL" clId="{D2565D78-CD43-BF4E-9979-7DAFE9AC528F}" dt="2023-01-29T17:46:01.992" v="1724" actId="20577"/>
        <pc:sldMkLst>
          <pc:docMk/>
          <pc:sldMk cId="3327394686" sldId="273"/>
        </pc:sldMkLst>
        <pc:spChg chg="del">
          <ac:chgData name="Ferrer-Bonsoms Hernandez, Juan Angel" userId="3ee72a98-c108-4a22-84cf-0fb1bff741c5" providerId="ADAL" clId="{D2565D78-CD43-BF4E-9979-7DAFE9AC528F}" dt="2023-01-29T17:45:42.473" v="1700" actId="478"/>
          <ac:spMkLst>
            <pc:docMk/>
            <pc:sldMk cId="3327394686" sldId="273"/>
            <ac:spMk id="7" creationId="{23B77478-9C13-3440-9FA0-F62B627EE526}"/>
          </ac:spMkLst>
        </pc:spChg>
        <pc:spChg chg="del">
          <ac:chgData name="Ferrer-Bonsoms Hernandez, Juan Angel" userId="3ee72a98-c108-4a22-84cf-0fb1bff741c5" providerId="ADAL" clId="{D2565D78-CD43-BF4E-9979-7DAFE9AC528F}" dt="2023-01-29T17:45:36.173" v="1697" actId="478"/>
          <ac:spMkLst>
            <pc:docMk/>
            <pc:sldMk cId="3327394686" sldId="273"/>
            <ac:spMk id="14" creationId="{62D70828-A49C-4A41-BF42-BCE289239BF8}"/>
          </ac:spMkLst>
        </pc:spChg>
        <pc:spChg chg="mod">
          <ac:chgData name="Ferrer-Bonsoms Hernandez, Juan Angel" userId="3ee72a98-c108-4a22-84cf-0fb1bff741c5" providerId="ADAL" clId="{D2565D78-CD43-BF4E-9979-7DAFE9AC528F}" dt="2023-01-29T17:46:01.992" v="1724" actId="20577"/>
          <ac:spMkLst>
            <pc:docMk/>
            <pc:sldMk cId="3327394686" sldId="273"/>
            <ac:spMk id="15" creationId="{12D2CBB8-CDAF-684F-A9F2-5DC092116F68}"/>
          </ac:spMkLst>
        </pc:spChg>
        <pc:spChg chg="del">
          <ac:chgData name="Ferrer-Bonsoms Hernandez, Juan Angel" userId="3ee72a98-c108-4a22-84cf-0fb1bff741c5" providerId="ADAL" clId="{D2565D78-CD43-BF4E-9979-7DAFE9AC528F}" dt="2023-01-29T17:45:32.364" v="1695" actId="478"/>
          <ac:spMkLst>
            <pc:docMk/>
            <pc:sldMk cId="3327394686" sldId="273"/>
            <ac:spMk id="16" creationId="{A37FF198-FB67-D240-8985-412C3774203D}"/>
          </ac:spMkLst>
        </pc:spChg>
        <pc:spChg chg="del">
          <ac:chgData name="Ferrer-Bonsoms Hernandez, Juan Angel" userId="3ee72a98-c108-4a22-84cf-0fb1bff741c5" providerId="ADAL" clId="{D2565D78-CD43-BF4E-9979-7DAFE9AC528F}" dt="2023-01-29T17:45:40.061" v="1699" actId="478"/>
          <ac:spMkLst>
            <pc:docMk/>
            <pc:sldMk cId="3327394686" sldId="273"/>
            <ac:spMk id="18" creationId="{42581CC2-D6CC-8C4A-99B4-3AC41B92D58A}"/>
          </ac:spMkLst>
        </pc:spChg>
        <pc:spChg chg="del">
          <ac:chgData name="Ferrer-Bonsoms Hernandez, Juan Angel" userId="3ee72a98-c108-4a22-84cf-0fb1bff741c5" providerId="ADAL" clId="{D2565D78-CD43-BF4E-9979-7DAFE9AC528F}" dt="2023-01-29T17:45:44.947" v="1701" actId="478"/>
          <ac:spMkLst>
            <pc:docMk/>
            <pc:sldMk cId="3327394686" sldId="273"/>
            <ac:spMk id="19" creationId="{56D053EE-8D2B-AD48-9EA0-6FB03B116553}"/>
          </ac:spMkLst>
        </pc:spChg>
        <pc:picChg chg="del">
          <ac:chgData name="Ferrer-Bonsoms Hernandez, Juan Angel" userId="3ee72a98-c108-4a22-84cf-0fb1bff741c5" providerId="ADAL" clId="{D2565D78-CD43-BF4E-9979-7DAFE9AC528F}" dt="2023-01-29T17:45:46.608" v="1702" actId="478"/>
          <ac:picMkLst>
            <pc:docMk/>
            <pc:sldMk cId="3327394686" sldId="273"/>
            <ac:picMk id="3" creationId="{19C374DB-FA66-384A-B2E7-57DC3F39F16F}"/>
          </ac:picMkLst>
        </pc:picChg>
        <pc:picChg chg="del">
          <ac:chgData name="Ferrer-Bonsoms Hernandez, Juan Angel" userId="3ee72a98-c108-4a22-84cf-0fb1bff741c5" providerId="ADAL" clId="{D2565D78-CD43-BF4E-9979-7DAFE9AC528F}" dt="2023-01-29T17:45:31.002" v="1694" actId="478"/>
          <ac:picMkLst>
            <pc:docMk/>
            <pc:sldMk cId="3327394686" sldId="273"/>
            <ac:picMk id="10" creationId="{9B1E7709-A270-4845-A75F-566EAD2719E1}"/>
          </ac:picMkLst>
        </pc:picChg>
        <pc:picChg chg="del">
          <ac:chgData name="Ferrer-Bonsoms Hernandez, Juan Angel" userId="3ee72a98-c108-4a22-84cf-0fb1bff741c5" providerId="ADAL" clId="{D2565D78-CD43-BF4E-9979-7DAFE9AC528F}" dt="2023-01-29T17:45:33.353" v="1696" actId="478"/>
          <ac:picMkLst>
            <pc:docMk/>
            <pc:sldMk cId="3327394686" sldId="273"/>
            <ac:picMk id="12" creationId="{DDEFCBA0-505A-824A-9B6B-66014EEB4F37}"/>
          </ac:picMkLst>
        </pc:picChg>
        <pc:picChg chg="del">
          <ac:chgData name="Ferrer-Bonsoms Hernandez, Juan Angel" userId="3ee72a98-c108-4a22-84cf-0fb1bff741c5" providerId="ADAL" clId="{D2565D78-CD43-BF4E-9979-7DAFE9AC528F}" dt="2023-01-29T17:45:37.554" v="1698" actId="478"/>
          <ac:picMkLst>
            <pc:docMk/>
            <pc:sldMk cId="3327394686" sldId="273"/>
            <ac:picMk id="17" creationId="{9D67B074-40D1-9D49-B63A-C5DFDD8F7489}"/>
          </ac:picMkLst>
        </pc:picChg>
      </pc:sldChg>
      <pc:sldChg chg="del">
        <pc:chgData name="Ferrer-Bonsoms Hernandez, Juan Angel" userId="3ee72a98-c108-4a22-84cf-0fb1bff741c5" providerId="ADAL" clId="{D2565D78-CD43-BF4E-9979-7DAFE9AC528F}" dt="2023-01-29T15:53:32.751" v="34" actId="2696"/>
        <pc:sldMkLst>
          <pc:docMk/>
          <pc:sldMk cId="639155545" sldId="41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D3250-4E41-3D44-970F-1BD0BF93DEA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030966-C1A4-4D4F-A3B3-499BA68D38C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01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85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15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E77DC-148D-2A73-0DC0-B2C7D2DC0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002D484-7FF7-325F-7C5C-FB1684630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8224D0A-414A-358A-892B-86FB2B908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160590-9890-5315-6246-5775AE9FD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10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F1C5D-E4D6-C0B0-A9FB-4D1BFF7F0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DA2FC44-7A33-43BC-614F-0E54F9245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8ACAF30-C1C4-ED67-307A-67C5E0863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22DD4B-5D2C-DE3D-896C-03ADF4919D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76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87BC6-F60A-8A7C-F710-EC4580799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11C28FC-9ACE-3D83-50E3-D1172A585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46177F7-4C29-677B-E7A5-DF495ED09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83CD58-DC37-E972-FB12-489E53373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45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CC12B-D4BC-30B2-1CE6-173CB1D60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4D54521-5A65-5A20-677E-8F8DEC021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56F2091-E575-1208-4A35-06CF21B8E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D62564-A419-FD38-402E-DDAAEAD825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19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D8A5E-A7CD-BD14-2DBD-7B8FB63E5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2F80C03-B076-1F20-0588-BA487D15A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09C4ED2-D643-8366-F814-DD99D882D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2FB463-AD03-F550-4786-4B4E25B71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22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2CCB1-1E84-3F15-5E31-2FA9D6B84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856E3D4-A17D-1347-2B9B-6897093B8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D8F36D7-4AF9-DD3B-3694-E5BBE3BD4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A15D0C-F789-141B-AA00-2A4E16EAF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33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0D3D1-1B6D-D44A-B8F5-F934CFDC1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058F541-C844-F007-695D-2A01AD231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BAA6F3D-3527-E5E9-5BEB-DB9E05C15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EA4CF1-1732-CD5C-EE50-ED4854B88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97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6D009-A436-B144-8706-77FB764E5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97AC89-0744-339F-4A09-F10231313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65DC6E5-D02C-9A3C-2D29-C65A52730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1F41DE-DD8A-2E75-DA43-506D537F11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02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6F689-4A36-8081-81C5-D359B37B7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F201252-C594-04E8-D11E-B4CF68FF9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4FE688C-4AF9-6572-3B57-F5E50D685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44B56F-9EB7-FF20-B4E0-66B7D6C48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951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B5C2E-967F-EE32-9B73-394CD9A7E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BE62DA6-ADA6-435B-1307-E53279AAB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4824B3E-0BA5-456D-BC19-5C3EDB893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7BA87C-9276-ECCC-A315-A9CA84304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975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FB394-FD01-B68F-684F-89099866C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8DC3297-1248-360E-B23F-940E56B8C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E93F5BF-3E4E-25C4-C9DA-B2E109860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120C0C-C961-E10E-988C-7F099BEB7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08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4356CA8-5849-6945-AE91-768E17B950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95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6E4029-5048-B848-AC86-69242FBC9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4B1F00-9208-DB47-AE1B-4B1D3DE77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920CB3-FBBB-F14A-8D7F-235C1F007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6EBA5C-E9C4-1440-9251-34504B489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54FDE7-C185-2B4E-B5AA-47904F747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9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C7B7AA-6F56-3A4C-A793-126E950C6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88AD10-8D08-984F-B146-F5B05684B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3EF726-84BA-E142-B96C-8C914523A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622F02-8293-B94D-9416-991646436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3D1492-B09B-3F4E-9333-D2198E9F9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432D72-3824-D342-8BF9-1148D3E52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790CFC-CCBF-344F-8984-DCEC46E33C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1166B0-2EBE-434C-BBBD-B6F4A9AA3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2D02E0-CD44-DC4A-9C43-CEFEC8F82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8002FD-A595-C24F-8B45-771021A78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58EEC1-57DC-C548-937A-9698DBB7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8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D1CDE5-5E75-3C41-BA37-E77702FE6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EBA069-B235-EE43-AA24-349B3300D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A09F23-1D16-1E49-984F-A1907E176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55A10A-CFC2-1246-A5BF-1D0CEAC659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DACA85-8693-7244-9524-F0D2D99B1B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D385EF8-7480-8047-8099-5E275B1FB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7E9CB3F-FC04-A04F-A6F6-5FACC497B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EF7E937-9345-014A-853E-B1815CC96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60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CB6DD-F62C-F14A-83D8-80CA51097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938E83F-3440-DA48-B905-91F168C43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FFD280-E316-6B4F-BB12-7059BE3DB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D2094D6-3A00-7042-80E0-9DF0991B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28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4C00F9-C3F4-844B-B4DD-A24696E7F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FA6C4D1-B8A2-4F4F-B95A-A6899904B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266FE1-D3DD-5941-8981-1957F587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249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DDF60-9A58-C34D-A08F-971EB52F8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D36D45-4D38-944F-94B6-B92E15C39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85D89A-4A45-B94A-A881-A907FC249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417CDF-9592-764E-855E-890BD164E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65F772-6123-7A4C-98AD-6546C67F6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0A16D2A-7B17-8748-BFF2-EFF2B8DA7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50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E41F3-EF44-624D-BB11-EBFEFB2F9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6074608-0C47-924A-A084-8297911A2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92483EE-A085-3548-98B4-264904827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EF1DD6-1232-964D-9E28-880BEDA2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511814-D75F-9945-9D0E-A6E8BC31F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C8784A-720D-CD4C-BBBE-ECD9B2B04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91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4E43A-AEC8-B441-84AD-96951381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379286-0F27-3648-8CE6-572193972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C612C-E25E-8B44-A4EE-E46BD0C3C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FD9368-5D30-8443-9ADA-F6C7DB9D7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0E1137-4BD6-0648-877B-F4FA0971E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945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4498780-7043-CD4C-BA50-47AB082DE1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D044A0-662C-494F-8F3E-D9121AC51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BED553-6E55-7140-911C-6E8A3C74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D7CB84-2D8B-BF46-ABBF-92191C63E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DE8C5C-8D84-464C-94F4-A2E56AF5F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62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61920-87AC-4B4B-B40A-E77C5A247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1E4136-6943-DC4F-8FA4-4F95B3C67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F385C5-8970-4A4F-8173-EB3682D64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FD417-1396-8D4C-96F4-CFC035639F6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2ED8D5-A33E-DE44-9690-4FCE6B64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4E9746-4750-6144-8FF4-D7FAD9B96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8CDBE-A386-F347-A11E-52195C47D6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52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91F9694-41B7-1041-8286-C0E86B81A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AD002D-9050-0843-A5E0-988168DA6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782FE4-2CC2-8F4B-AB4D-66FF87F312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CB351E-928F-6B48-8EE0-67049C458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9E4EF4-7B91-AE4C-89F5-EA7E537FA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6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4CA938B-B7D3-C447-B6C4-6303AF8D57E2}"/>
              </a:ext>
            </a:extLst>
          </p:cNvPr>
          <p:cNvSpPr txBox="1"/>
          <p:nvPr/>
        </p:nvSpPr>
        <p:spPr>
          <a:xfrm>
            <a:off x="1205645" y="848227"/>
            <a:ext cx="10012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Data Science</a:t>
            </a:r>
            <a:endParaRPr lang="es-ES" sz="36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0D44790-2373-8948-BF4E-0601111827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61188" y="5693057"/>
            <a:ext cx="4374431" cy="90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1446DC-BD9F-404E-8E03-417BDE97A349}"/>
              </a:ext>
            </a:extLst>
          </p:cNvPr>
          <p:cNvSpPr txBox="1">
            <a:spLocks noChangeArrowheads="1"/>
          </p:cNvSpPr>
          <p:nvPr/>
        </p:nvSpPr>
        <p:spPr>
          <a:xfrm>
            <a:off x="5252929" y="3894364"/>
            <a:ext cx="6518501" cy="2190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317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indent="0" algn="r" hangingPunct="1">
              <a:buFontTx/>
              <a:buNone/>
            </a:pPr>
            <a:r>
              <a:rPr lang="es-ES" sz="1400" dirty="0">
                <a:solidFill>
                  <a:srgbClr val="262626"/>
                </a:solidFill>
                <a:latin typeface="Helvetica Neue Medium"/>
                <a:sym typeface="Helvetica Neue Medium"/>
              </a:rPr>
              <a:t>Dr. Juan A. Ferrer-Bonsoms		jafhernandez@unav.es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915FB93-FBAB-B2D4-4FE1-97A622607566}"/>
              </a:ext>
            </a:extLst>
          </p:cNvPr>
          <p:cNvSpPr txBox="1"/>
          <p:nvPr/>
        </p:nvSpPr>
        <p:spPr>
          <a:xfrm>
            <a:off x="1205644" y="2676474"/>
            <a:ext cx="10012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Introduction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3704739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2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Introduction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pic>
        <p:nvPicPr>
          <p:cNvPr id="1026" name="Picture 2" descr="En realidad, ¿qué es “Data Science”?">
            <a:extLst>
              <a:ext uri="{FF2B5EF4-FFF2-40B4-BE49-F238E27FC236}">
                <a16:creationId xmlns:a16="http://schemas.microsoft.com/office/drawing/2014/main" id="{82C92C6C-6C41-17D6-2FA1-EF1320933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70" y="1209219"/>
            <a:ext cx="4895850" cy="443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4309A2-BBCD-F539-B510-06506FA32DFB}"/>
              </a:ext>
            </a:extLst>
          </p:cNvPr>
          <p:cNvSpPr txBox="1"/>
          <p:nvPr/>
        </p:nvSpPr>
        <p:spPr>
          <a:xfrm>
            <a:off x="0" y="6581001"/>
            <a:ext cx="7107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</a:rPr>
              <a:t>es.linkedin.com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/pulse/en-realidad-qu%C3%A9-es-data-science-diego-mart%C3%ADnez-ordo%C3%B1ez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C052C0-8304-056D-EDB2-7D2C100AD44F}"/>
              </a:ext>
            </a:extLst>
          </p:cNvPr>
          <p:cNvSpPr txBox="1"/>
          <p:nvPr/>
        </p:nvSpPr>
        <p:spPr>
          <a:xfrm>
            <a:off x="5453801" y="579497"/>
            <a:ext cx="5902057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Science (DS) </a:t>
            </a:r>
            <a:r>
              <a:rPr lang="en-US" dirty="0"/>
              <a:t>is the practice of extracting </a:t>
            </a:r>
            <a:r>
              <a:rPr lang="en-US" b="1" dirty="0"/>
              <a:t>knowledge</a:t>
            </a:r>
            <a:r>
              <a:rPr lang="en-US" dirty="0"/>
              <a:t> and insight from </a:t>
            </a:r>
            <a:r>
              <a:rPr lang="en-US" b="1" dirty="0"/>
              <a:t>data</a:t>
            </a:r>
            <a:r>
              <a:rPr lang="en-US" dirty="0"/>
              <a:t> in a </a:t>
            </a:r>
            <a:r>
              <a:rPr lang="en-US" b="1" dirty="0"/>
              <a:t>reproducible</a:t>
            </a:r>
            <a:r>
              <a:rPr lang="en-US" dirty="0"/>
              <a:t> manner, and effectively </a:t>
            </a:r>
            <a:r>
              <a:rPr lang="en-US" b="1" dirty="0"/>
              <a:t>communicating</a:t>
            </a:r>
            <a:r>
              <a:rPr lang="en-US" dirty="0"/>
              <a:t> the results.</a:t>
            </a:r>
          </a:p>
          <a:p>
            <a:endParaRPr lang="en-US" dirty="0"/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/>
              <a:t>Some comments about DS:</a:t>
            </a:r>
          </a:p>
          <a:p>
            <a:pPr marL="742950" lvl="1" indent="-285750" algn="just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dirty="0"/>
              <a:t>DS is the study of data. </a:t>
            </a:r>
          </a:p>
          <a:p>
            <a:pPr marL="742950" lvl="1" indent="-285750" algn="just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dirty="0"/>
              <a:t>Lots of data, open source and free software and algorithms.</a:t>
            </a:r>
          </a:p>
          <a:p>
            <a:pPr marL="742950" lvl="1" indent="-285750" algn="just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dirty="0"/>
              <a:t>DS consists of manipulating, storing and analyzing data.</a:t>
            </a:r>
          </a:p>
          <a:p>
            <a:pPr marL="742950" lvl="1" indent="-285750" algn="just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dirty="0"/>
              <a:t>DS consists of extracting data from unstructured information.</a:t>
            </a:r>
          </a:p>
          <a:p>
            <a:pPr marL="742950" lvl="1" indent="-285750" algn="just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dirty="0"/>
              <a:t>DS is a process of understanding data in order generate valuable insights.</a:t>
            </a:r>
          </a:p>
          <a:p>
            <a:pPr marL="742950" lvl="1" indent="-285750" algn="just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dirty="0"/>
              <a:t>DS helps us to validate a relevant hypothesis objectively.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4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072D6-7498-8ECF-0A69-1DE9112E3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DB8BFA-369D-22F8-E1AA-37135A14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3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07A49F44-D934-65F3-210A-B49F4A87B109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9A9CDAC-2797-B8B3-B9A5-C32C2C3C1D7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31EC31-8F57-E7FC-3C4E-4165569F8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629" y="361583"/>
            <a:ext cx="7108371" cy="20923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502198-A7A8-3BF8-4FB0-E1BE4B0BC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3629" y="2383563"/>
            <a:ext cx="7108371" cy="20514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1E0112-51C0-0621-71A5-906B8760DC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3628" y="4434972"/>
            <a:ext cx="7108371" cy="1988164"/>
          </a:xfrm>
          <a:prstGeom prst="rect">
            <a:avLst/>
          </a:prstGeom>
        </p:spPr>
      </p:pic>
      <p:pic>
        <p:nvPicPr>
          <p:cNvPr id="9" name="Picture 2" descr="En realidad, ¿qué es “Data Science”?">
            <a:extLst>
              <a:ext uri="{FF2B5EF4-FFF2-40B4-BE49-F238E27FC236}">
                <a16:creationId xmlns:a16="http://schemas.microsoft.com/office/drawing/2014/main" id="{CEBA26D6-A504-4D57-2D9D-13FE40954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70" y="1209219"/>
            <a:ext cx="4895850" cy="443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87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9EE2A-679F-D453-B662-5AADCFDF7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A3EBEC-FF64-4B44-3D8D-DA99C4EBD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4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5EF3DE88-C964-8628-FD88-EB3D1C6C25B2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0F2B6FE2-EC58-094D-5E65-BFF6A7C18175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5FF6EB-B104-A31A-FE5C-B90161156E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83629" y="361583"/>
            <a:ext cx="7108371" cy="20152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5F30EC-5FA2-471A-0442-468CCC5E21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83629" y="2384808"/>
            <a:ext cx="7108371" cy="19719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05534E-53EE-CFE1-9FF9-5121D8B0D6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02925" y="4396469"/>
            <a:ext cx="7069776" cy="1988164"/>
          </a:xfrm>
          <a:prstGeom prst="rect">
            <a:avLst/>
          </a:prstGeom>
        </p:spPr>
      </p:pic>
      <p:pic>
        <p:nvPicPr>
          <p:cNvPr id="3" name="Picture 2" descr="En realidad, ¿qué es “Data Science”?">
            <a:extLst>
              <a:ext uri="{FF2B5EF4-FFF2-40B4-BE49-F238E27FC236}">
                <a16:creationId xmlns:a16="http://schemas.microsoft.com/office/drawing/2014/main" id="{5B127EF3-EAAC-6DE0-775C-9F65CF5B1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70" y="1209219"/>
            <a:ext cx="4895850" cy="443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515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BA070-E29D-4431-03A3-10D3119A3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E02B96-5036-F65A-DCC5-14A9932D9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5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B1FD417B-3E75-76BE-9E3D-B26DEFC96D41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A8247447-FFEA-21A5-049C-6527A22F7BE1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Examples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27B8E5E-BE89-F2B9-D963-74BC0E6026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920C4D0-1523-A46F-F996-2548E987CCA9}"/>
              </a:ext>
            </a:extLst>
          </p:cNvPr>
          <p:cNvSpPr/>
          <p:nvPr/>
        </p:nvSpPr>
        <p:spPr>
          <a:xfrm>
            <a:off x="6017879" y="997565"/>
            <a:ext cx="5455664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Determining which ad to show a user. 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Monitoring an industrial machine to identify leading indicators of failure.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Identifying components on an assembly line that are likely to cause failures.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Identifying genetic variants that explains the difference in the response to drug treatments or anticipate prognosis.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Extracting patterns from web request logs. 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Predicting drug toxicity.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Predicting sales.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…</a:t>
            </a:r>
          </a:p>
        </p:txBody>
      </p:sp>
      <p:pic>
        <p:nvPicPr>
          <p:cNvPr id="9" name="Picture 2" descr="En realidad, ¿qué es “Data Science”?">
            <a:extLst>
              <a:ext uri="{FF2B5EF4-FFF2-40B4-BE49-F238E27FC236}">
                <a16:creationId xmlns:a16="http://schemas.microsoft.com/office/drawing/2014/main" id="{99090A0D-9EAA-A3B1-A01E-82DC22C6F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70" y="1209219"/>
            <a:ext cx="4895850" cy="443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8940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E026A-C91A-9F06-04E8-009B51620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CC2CD2-2F3C-345F-4260-8F6F4A08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6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05673C35-B531-88AF-FB14-30E36FE0E06D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4F8BFCE4-1E30-0B29-A295-05E1E812820E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History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7ECF1B7C-F2D1-1551-6A08-E9D4FBAF02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A8E503-5538-4889-915B-21B702826686}"/>
              </a:ext>
            </a:extLst>
          </p:cNvPr>
          <p:cNvSpPr/>
          <p:nvPr/>
        </p:nvSpPr>
        <p:spPr>
          <a:xfrm>
            <a:off x="241299" y="1186548"/>
            <a:ext cx="5974443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The Royal Statistics Society was founded in 1834. Ronald Fisher. Experimental Design and Statistical Inference. </a:t>
            </a:r>
          </a:p>
          <a:p>
            <a:pPr lvl="0" algn="just">
              <a:spcAft>
                <a:spcPts val="1200"/>
              </a:spcAft>
            </a:pPr>
            <a:endParaRPr lang="es-ES_tradnl" sz="2000" dirty="0"/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i="1" dirty="0"/>
              <a:t>John Tukey in 1962: “For a long time I thought I was a statistician, interested in inferences from the particular to the general. But as I have watched mathematical statistics evolve, I have … come to feel that my central interest is in data analysis… data analysis is intrinsically an empirical science.”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es-ES_tradnl" sz="2000" i="1" dirty="0"/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s-ES_tradnl" sz="2000" dirty="0"/>
              <a:t>J</a:t>
            </a:r>
            <a:r>
              <a:rPr lang="en-US" sz="2000" dirty="0"/>
              <a:t>eff Wu (currently in Georgia Institute of Technology) in 1997 called for statistics to be renamed data science.</a:t>
            </a:r>
          </a:p>
        </p:txBody>
      </p:sp>
      <p:pic>
        <p:nvPicPr>
          <p:cNvPr id="3" name="Picture 2" descr="Biografia de Ronald Aylmer Fisher">
            <a:extLst>
              <a:ext uri="{FF2B5EF4-FFF2-40B4-BE49-F238E27FC236}">
                <a16:creationId xmlns:a16="http://schemas.microsoft.com/office/drawing/2014/main" id="{AD5C286B-1875-4CBF-2C2E-BEE71E107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6270" y="287109"/>
            <a:ext cx="1615168" cy="1930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Tukey.jpeg">
            <a:extLst>
              <a:ext uri="{FF2B5EF4-FFF2-40B4-BE49-F238E27FC236}">
                <a16:creationId xmlns:a16="http://schemas.microsoft.com/office/drawing/2014/main" id="{96382980-2D3B-C4C9-36D9-16932FE78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734" y="2424212"/>
            <a:ext cx="1588241" cy="1930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Jeff Wu">
            <a:extLst>
              <a:ext uri="{FF2B5EF4-FFF2-40B4-BE49-F238E27FC236}">
                <a16:creationId xmlns:a16="http://schemas.microsoft.com/office/drawing/2014/main" id="{EFF4334C-5247-02DC-E365-00267E312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734" y="4561315"/>
            <a:ext cx="1557893" cy="2134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112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6CFD6-D77A-260F-7335-3C20C078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96E12B-7361-93C4-1241-0D882E88B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7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113F50E4-9978-DFDC-92AE-8AD347578586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B41636F3-0901-1EBA-EA09-FEC6B7FBE6DF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History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DB41642-D60C-CBC2-0725-CE1588A532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17EACC9-3C07-DD0C-95D9-B4C419419295}"/>
              </a:ext>
            </a:extLst>
          </p:cNvPr>
          <p:cNvSpPr/>
          <p:nvPr/>
        </p:nvSpPr>
        <p:spPr>
          <a:xfrm>
            <a:off x="304799" y="925354"/>
            <a:ext cx="619397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Since the beginning of the 21st century, data stockpiles have expanded exponentially.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Advent of computers changed the situation: data models and algorithmic models. (Statistical Modeling, the two cultures, Leo </a:t>
            </a:r>
            <a:r>
              <a:rPr lang="en-US" sz="2000" dirty="0" err="1"/>
              <a:t>Breiman</a:t>
            </a:r>
            <a:r>
              <a:rPr lang="en-US" sz="2000" dirty="0"/>
              <a:t>, 2001)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Algorithmic models included methods from the field of machine learning and deep learning. 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Google developed in 2004 MapReduce, software framework that simplified data processing on large cluster. This advance opened the door to Big Data.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Big Data included unstructured data: webpages in HTML, word documents, log files, etc. Conversion into table or numbers. 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Machine Learning and Deep Learning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November 2022: </a:t>
            </a:r>
            <a:r>
              <a:rPr lang="en-US" sz="2000" dirty="0" err="1"/>
              <a:t>ChatGPT</a:t>
            </a:r>
            <a:endParaRPr lang="en-US" sz="2000" dirty="0"/>
          </a:p>
        </p:txBody>
      </p:sp>
      <p:pic>
        <p:nvPicPr>
          <p:cNvPr id="3" name="Picture 4" descr="Leo Breiman - Wikipedia">
            <a:extLst>
              <a:ext uri="{FF2B5EF4-FFF2-40B4-BE49-F238E27FC236}">
                <a16:creationId xmlns:a16="http://schemas.microsoft.com/office/drawing/2014/main" id="{09BF3735-96AA-5C61-8282-F2E534D4A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1646" y="579497"/>
            <a:ext cx="2201295" cy="2938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Google en español (@googleespanol) / X">
            <a:extLst>
              <a:ext uri="{FF2B5EF4-FFF2-40B4-BE49-F238E27FC236}">
                <a16:creationId xmlns:a16="http://schemas.microsoft.com/office/drawing/2014/main" id="{58DD4F1F-3204-BA18-57C7-FC392E37F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1916" y="4215025"/>
            <a:ext cx="1843314" cy="1843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6059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985DB-B5B1-FA9D-6A15-3BD2BA8DB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1AEFB7-0043-189B-2212-8CDAE2A2F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8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54DF7590-BCEB-4A56-007B-4F5832928169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77984A53-0A7A-993F-FDF7-354090C998F3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Current Context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90FF37E-E6DC-B9B0-9BE8-73D47FC199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F626CA1-9E17-7AA1-7B3F-6D384B1DC7F2}"/>
              </a:ext>
            </a:extLst>
          </p:cNvPr>
          <p:cNvSpPr/>
          <p:nvPr/>
        </p:nvSpPr>
        <p:spPr>
          <a:xfrm>
            <a:off x="533400" y="1235639"/>
            <a:ext cx="55626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DS lies at the intersection of statistical methodology, computational science, and a wide range of application domains.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DS requires a substantial amount of computer skills, but it is different to software/data engineering. 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DS requires knowledge about statistics and machine learning in order to apply existing algorithms.   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DS is about collecting, storing, curating, cleaning data.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DS is also about data visualization and analysis, and building data-driven models (learning).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7173D3-D08E-CF0E-80F7-9CDA034FB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936" y="1512040"/>
            <a:ext cx="3765664" cy="4156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6412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449CC-DE92-BD3A-6819-49E6CF609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12BCAA-AA53-14C7-13B0-B7F5934AB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9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27588458-7E93-856F-DAB5-59CF9F91C1FB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D0D1923B-E7D8-1052-5A3E-D43B31E34D76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Programming Languages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F9E50248-77E0-6773-868C-C4D1502F09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pic>
        <p:nvPicPr>
          <p:cNvPr id="2" name="Picture 2" descr="Top Programming Languages 2021 - IEEE Spectrum">
            <a:extLst>
              <a:ext uri="{FF2B5EF4-FFF2-40B4-BE49-F238E27FC236}">
                <a16:creationId xmlns:a16="http://schemas.microsoft.com/office/drawing/2014/main" id="{72E399EE-C205-07D9-5251-8C4570342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371" y="990056"/>
            <a:ext cx="3925589" cy="4268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26000A5D-DE91-8897-F367-201FFB21E980}"/>
              </a:ext>
            </a:extLst>
          </p:cNvPr>
          <p:cNvSpPr txBox="1"/>
          <p:nvPr/>
        </p:nvSpPr>
        <p:spPr>
          <a:xfrm>
            <a:off x="2460171" y="5422573"/>
            <a:ext cx="647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https://spectrum.ieee.org/top-programming-languages/</a:t>
            </a:r>
          </a:p>
        </p:txBody>
      </p:sp>
    </p:spTree>
    <p:extLst>
      <p:ext uri="{BB962C8B-B14F-4D97-AF65-F5344CB8AC3E}">
        <p14:creationId xmlns:p14="http://schemas.microsoft.com/office/powerpoint/2010/main" val="196197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0D765-6E08-153E-EE3B-1FD357E16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E31EC6-5CEB-F4FE-DE99-25ACD33F4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10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C2186493-5EF1-E2A9-5B92-1E69FB743CD4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A423F5CE-750F-E5FB-6B75-9CB2A057C890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Course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9A2B5A4-34D7-B297-560B-07989FD07C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pic>
        <p:nvPicPr>
          <p:cNvPr id="5" name="Picture 4" descr="Junta de Gobierno Departamental. Personal. Departamento de Ingeniería  Eléctrica y Electrónica. Tecnun. Escuela de Ingeniería">
            <a:extLst>
              <a:ext uri="{FF2B5EF4-FFF2-40B4-BE49-F238E27FC236}">
                <a16:creationId xmlns:a16="http://schemas.microsoft.com/office/drawing/2014/main" id="{DC8397DB-E8B6-DB6D-4563-28A36276F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902" y="1626221"/>
            <a:ext cx="1817929" cy="1817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218">
            <a:extLst>
              <a:ext uri="{FF2B5EF4-FFF2-40B4-BE49-F238E27FC236}">
                <a16:creationId xmlns:a16="http://schemas.microsoft.com/office/drawing/2014/main" id="{7CE75B06-8B47-B1AA-340B-25A3C41206E7}"/>
              </a:ext>
            </a:extLst>
          </p:cNvPr>
          <p:cNvSpPr txBox="1"/>
          <p:nvPr/>
        </p:nvSpPr>
        <p:spPr>
          <a:xfrm>
            <a:off x="5024902" y="3799881"/>
            <a:ext cx="2834791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dirty="0"/>
              <a:t>Dra. Idoia Ochoa</a:t>
            </a:r>
          </a:p>
        </p:txBody>
      </p:sp>
      <p:pic>
        <p:nvPicPr>
          <p:cNvPr id="8" name="Picture 6" descr="Tesis doctorales. Profesores e investigación. Tecnun. Escuela de  Ingeniería. Universidad de Navarra.">
            <a:extLst>
              <a:ext uri="{FF2B5EF4-FFF2-40B4-BE49-F238E27FC236}">
                <a16:creationId xmlns:a16="http://schemas.microsoft.com/office/drawing/2014/main" id="{FEEDE429-5966-5646-A38C-4C1C6842F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935" y="1390399"/>
            <a:ext cx="1765207" cy="205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220">
            <a:extLst>
              <a:ext uri="{FF2B5EF4-FFF2-40B4-BE49-F238E27FC236}">
                <a16:creationId xmlns:a16="http://schemas.microsoft.com/office/drawing/2014/main" id="{0AF328AA-F1E4-D0AE-F33E-023D4CDB1261}"/>
              </a:ext>
            </a:extLst>
          </p:cNvPr>
          <p:cNvSpPr txBox="1"/>
          <p:nvPr/>
        </p:nvSpPr>
        <p:spPr>
          <a:xfrm>
            <a:off x="637042" y="3799881"/>
            <a:ext cx="3881051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dirty="0"/>
              <a:t>Dr. Juan A. Ferrer-Bonsoms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2A36BE7-8370-8D8C-EC8E-463B0BFFA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400" y="1646185"/>
            <a:ext cx="1778000" cy="177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88655E-0380-E265-7463-C241FC6A4109}"/>
              </a:ext>
            </a:extLst>
          </p:cNvPr>
          <p:cNvSpPr txBox="1"/>
          <p:nvPr/>
        </p:nvSpPr>
        <p:spPr>
          <a:xfrm>
            <a:off x="8512467" y="3799881"/>
            <a:ext cx="1567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Dr. Rafa Valdés</a:t>
            </a:r>
          </a:p>
        </p:txBody>
      </p:sp>
    </p:spTree>
    <p:extLst>
      <p:ext uri="{BB962C8B-B14F-4D97-AF65-F5344CB8AC3E}">
        <p14:creationId xmlns:p14="http://schemas.microsoft.com/office/powerpoint/2010/main" val="3656741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9A64C-1C33-4452-2F2E-9F6D712B9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118508-6217-5B30-5CF0-B213A71DB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11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6F757AD2-BA3D-B982-1D68-78D82833407D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9E5F9F75-07EF-05A3-DA8E-F5523A872FF9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Course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5A676E6-8434-49B8-8C5E-30089346E6A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graphicFrame>
        <p:nvGraphicFramePr>
          <p:cNvPr id="4" name="Tabla 1">
            <a:extLst>
              <a:ext uri="{FF2B5EF4-FFF2-40B4-BE49-F238E27FC236}">
                <a16:creationId xmlns:a16="http://schemas.microsoft.com/office/drawing/2014/main" id="{3A916FA3-143E-A70C-4F86-555CC408F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990124"/>
              </p:ext>
            </p:extLst>
          </p:nvPr>
        </p:nvGraphicFramePr>
        <p:xfrm>
          <a:off x="747765" y="892973"/>
          <a:ext cx="10316228" cy="557106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19909">
                  <a:extLst>
                    <a:ext uri="{9D8B030D-6E8A-4147-A177-3AD203B41FA5}">
                      <a16:colId xmlns:a16="http://schemas.microsoft.com/office/drawing/2014/main" val="1639436540"/>
                    </a:ext>
                  </a:extLst>
                </a:gridCol>
                <a:gridCol w="782919">
                  <a:extLst>
                    <a:ext uri="{9D8B030D-6E8A-4147-A177-3AD203B41FA5}">
                      <a16:colId xmlns:a16="http://schemas.microsoft.com/office/drawing/2014/main" val="3667539838"/>
                    </a:ext>
                  </a:extLst>
                </a:gridCol>
                <a:gridCol w="1000972">
                  <a:extLst>
                    <a:ext uri="{9D8B030D-6E8A-4147-A177-3AD203B41FA5}">
                      <a16:colId xmlns:a16="http://schemas.microsoft.com/office/drawing/2014/main" val="2724943956"/>
                    </a:ext>
                  </a:extLst>
                </a:gridCol>
                <a:gridCol w="824767">
                  <a:extLst>
                    <a:ext uri="{9D8B030D-6E8A-4147-A177-3AD203B41FA5}">
                      <a16:colId xmlns:a16="http://schemas.microsoft.com/office/drawing/2014/main" val="604903025"/>
                    </a:ext>
                  </a:extLst>
                </a:gridCol>
                <a:gridCol w="1190391">
                  <a:extLst>
                    <a:ext uri="{9D8B030D-6E8A-4147-A177-3AD203B41FA5}">
                      <a16:colId xmlns:a16="http://schemas.microsoft.com/office/drawing/2014/main" val="306343043"/>
                    </a:ext>
                  </a:extLst>
                </a:gridCol>
                <a:gridCol w="5397270">
                  <a:extLst>
                    <a:ext uri="{9D8B030D-6E8A-4147-A177-3AD203B41FA5}">
                      <a16:colId xmlns:a16="http://schemas.microsoft.com/office/drawing/2014/main" val="73488245"/>
                    </a:ext>
                  </a:extLst>
                </a:gridCol>
              </a:tblGrid>
              <a:tr h="314238"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Fecha</a:t>
                      </a:r>
                      <a:endParaRPr lang="en-US" sz="1400" dirty="0">
                        <a:effectLst/>
                      </a:endParaRPr>
                    </a:p>
                  </a:txBody>
                  <a:tcPr marL="52045" marR="52045" marT="26023" marB="26023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Sesión</a:t>
                      </a:r>
                    </a:p>
                  </a:txBody>
                  <a:tcPr marL="52045" marR="52045" marT="26023" marB="26023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Día</a:t>
                      </a:r>
                    </a:p>
                  </a:txBody>
                  <a:tcPr marL="52045" marR="52045" marT="26023" marB="26023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Horario</a:t>
                      </a:r>
                    </a:p>
                  </a:txBody>
                  <a:tcPr marL="52045" marR="52045" marT="26023" marB="26023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Profesor</a:t>
                      </a:r>
                    </a:p>
                  </a:txBody>
                  <a:tcPr marL="52045" marR="52045" marT="26023" marB="26023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Sesión</a:t>
                      </a:r>
                    </a:p>
                  </a:txBody>
                  <a:tcPr marL="52045" marR="52045" marT="26023" marB="26023" anchor="ctr"/>
                </a:tc>
                <a:extLst>
                  <a:ext uri="{0D108BD9-81ED-4DB2-BD59-A6C34878D82A}">
                    <a16:rowId xmlns:a16="http://schemas.microsoft.com/office/drawing/2014/main" val="1425120710"/>
                  </a:ext>
                </a:extLst>
              </a:tr>
              <a:tr h="525683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23/09/2025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Martes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9h-13:30h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Juan Ferrer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Introduction, Data Processing in R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984885"/>
                  </a:ext>
                </a:extLst>
              </a:tr>
              <a:tr h="525683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25/09/2025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2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Jueves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9h-13:30h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Juan Ferrer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Statistical inference II and Visualization in R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200479"/>
                  </a:ext>
                </a:extLst>
              </a:tr>
              <a:tr h="525683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26/09/2025</a:t>
                      </a:r>
                    </a:p>
                  </a:txBody>
                  <a:tcPr marL="52045" marR="52045" marT="26023" marB="2602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3</a:t>
                      </a:r>
                    </a:p>
                  </a:txBody>
                  <a:tcPr marL="52045" marR="52045" marT="26023" marB="2602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Viernes</a:t>
                      </a:r>
                    </a:p>
                  </a:txBody>
                  <a:tcPr marL="52045" marR="52045" marT="26023" marB="2602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9h-13:30h</a:t>
                      </a:r>
                    </a:p>
                  </a:txBody>
                  <a:tcPr marL="52045" marR="52045" marT="26023" marB="2602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Rafa Valdés</a:t>
                      </a:r>
                    </a:p>
                  </a:txBody>
                  <a:tcPr marL="52045" marR="52045" marT="26023" marB="2602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Experimental design in R</a:t>
                      </a:r>
                    </a:p>
                  </a:txBody>
                  <a:tcPr marL="52045" marR="52045" marT="26023" marB="2602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477391"/>
                  </a:ext>
                </a:extLst>
              </a:tr>
              <a:tr h="525683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29/09/2025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4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Lunes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9h-13:30h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Juan Ferrer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Statistical inference III in R and data reduction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334872"/>
                  </a:ext>
                </a:extLst>
              </a:tr>
              <a:tr h="525683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01/10/2025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5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Miércoles</a:t>
                      </a:r>
                      <a:endParaRPr lang="en-US" sz="1400" dirty="0">
                        <a:effectLst/>
                      </a:endParaRP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9h-13:30h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Juan Ferrer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Exercises - Assignment - </a:t>
                      </a:r>
                      <a:r>
                        <a:rPr lang="en-US" sz="1400" dirty="0" err="1">
                          <a:effectLst/>
                        </a:rPr>
                        <a:t>Rmarkdown</a:t>
                      </a:r>
                      <a:endParaRPr lang="en-US" sz="1400" dirty="0">
                        <a:effectLst/>
                      </a:endParaRP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86058"/>
                  </a:ext>
                </a:extLst>
              </a:tr>
              <a:tr h="525683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03/10/2025</a:t>
                      </a:r>
                    </a:p>
                  </a:txBody>
                  <a:tcPr marL="52045" marR="52045" marT="26023" marB="2602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6</a:t>
                      </a:r>
                    </a:p>
                  </a:txBody>
                  <a:tcPr marL="52045" marR="52045" marT="26023" marB="2602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Viernes</a:t>
                      </a:r>
                    </a:p>
                  </a:txBody>
                  <a:tcPr marL="52045" marR="52045" marT="26023" marB="2602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9h-13:30h</a:t>
                      </a:r>
                    </a:p>
                  </a:txBody>
                  <a:tcPr marL="52045" marR="52045" marT="26023" marB="2602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Rafa Valdés</a:t>
                      </a:r>
                    </a:p>
                  </a:txBody>
                  <a:tcPr marL="52045" marR="52045" marT="26023" marB="2602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Linear Regression and GLMs in R</a:t>
                      </a:r>
                    </a:p>
                  </a:txBody>
                  <a:tcPr marL="52045" marR="52045" marT="26023" marB="2602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857745"/>
                  </a:ext>
                </a:extLst>
              </a:tr>
              <a:tr h="525683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06/10/2025</a:t>
                      </a:r>
                    </a:p>
                  </a:txBody>
                  <a:tcPr marL="52045" marR="52045" marT="26023" marB="2602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7</a:t>
                      </a:r>
                    </a:p>
                  </a:txBody>
                  <a:tcPr marL="52045" marR="52045" marT="26023" marB="2602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Lunes</a:t>
                      </a:r>
                    </a:p>
                  </a:txBody>
                  <a:tcPr marL="52045" marR="52045" marT="26023" marB="2602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9h-13:30h</a:t>
                      </a:r>
                    </a:p>
                  </a:txBody>
                  <a:tcPr marL="52045" marR="52045" marT="26023" marB="2602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Idoia</a:t>
                      </a:r>
                      <a:r>
                        <a:rPr lang="en-US" sz="1400" dirty="0">
                          <a:effectLst/>
                        </a:rPr>
                        <a:t> Ochoa</a:t>
                      </a:r>
                    </a:p>
                  </a:txBody>
                  <a:tcPr marL="52045" marR="52045" marT="26023" marB="2602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Python Basics</a:t>
                      </a:r>
                    </a:p>
                  </a:txBody>
                  <a:tcPr marL="52045" marR="52045" marT="26023" marB="2602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145481"/>
                  </a:ext>
                </a:extLst>
              </a:tr>
              <a:tr h="525683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07/10/2025</a:t>
                      </a:r>
                    </a:p>
                  </a:txBody>
                  <a:tcPr marL="52045" marR="52045" marT="26023" marB="2602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8</a:t>
                      </a:r>
                    </a:p>
                  </a:txBody>
                  <a:tcPr marL="52045" marR="52045" marT="26023" marB="2602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Martes</a:t>
                      </a:r>
                    </a:p>
                  </a:txBody>
                  <a:tcPr marL="52045" marR="52045" marT="26023" marB="2602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9h-13:30h</a:t>
                      </a:r>
                    </a:p>
                  </a:txBody>
                  <a:tcPr marL="52045" marR="52045" marT="26023" marB="2602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Idoia</a:t>
                      </a:r>
                      <a:r>
                        <a:rPr lang="en-US" sz="1400" dirty="0">
                          <a:effectLst/>
                        </a:rPr>
                        <a:t> Ochoa</a:t>
                      </a:r>
                    </a:p>
                  </a:txBody>
                  <a:tcPr marL="52045" marR="52045" marT="26023" marB="2602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Python for Data Science</a:t>
                      </a:r>
                    </a:p>
                  </a:txBody>
                  <a:tcPr marL="52045" marR="52045" marT="26023" marB="2602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081905"/>
                  </a:ext>
                </a:extLst>
              </a:tr>
              <a:tr h="525683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08/10/2025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9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Miércoles</a:t>
                      </a:r>
                      <a:endParaRPr lang="en-US" sz="1400" dirty="0">
                        <a:effectLst/>
                      </a:endParaRP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9h-13:30h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Juan Ferrer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Introduction to Machine Learning I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17598"/>
                  </a:ext>
                </a:extLst>
              </a:tr>
              <a:tr h="525683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13/10/2025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10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Lunes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9h-13:30h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Juan Ferrer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Exercises - Assignment</a:t>
                      </a:r>
                    </a:p>
                  </a:txBody>
                  <a:tcPr marL="52045" marR="52045" marT="26023" marB="2602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871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1791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06CDF-1F93-2AEF-CDD8-F80B3431C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382EC9-2324-4545-BE17-52D24EC3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12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5A4A22FB-1881-0FC5-3FD9-85FF7C58F5D0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D128995E-B7AC-053C-9D1E-A73B653C7BFD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Evaluation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2561D58B-64F5-78B2-990D-846D9E20A7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0EBAA4-04D4-245B-D8BB-13BD21960A21}"/>
              </a:ext>
            </a:extLst>
          </p:cNvPr>
          <p:cNvSpPr/>
          <p:nvPr/>
        </p:nvSpPr>
        <p:spPr>
          <a:xfrm>
            <a:off x="534947" y="1349829"/>
            <a:ext cx="707390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s-ES_tradnl" b="1" dirty="0"/>
              <a:t>2 A</a:t>
            </a:r>
            <a:r>
              <a:rPr lang="en-US" b="1" dirty="0" err="1"/>
              <a:t>ssessed</a:t>
            </a:r>
            <a:r>
              <a:rPr lang="en-US" b="1" dirty="0"/>
              <a:t> Labs: </a:t>
            </a:r>
            <a:r>
              <a:rPr lang="en-US" dirty="0"/>
              <a:t>50% (October 15, November 4)</a:t>
            </a:r>
          </a:p>
          <a:p>
            <a:pPr marL="285750" indent="-285750" algn="just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s-ES_tradnl" b="1" dirty="0"/>
              <a:t>C</a:t>
            </a:r>
            <a:r>
              <a:rPr lang="en-US" b="1" dirty="0" err="1"/>
              <a:t>ourse</a:t>
            </a:r>
            <a:r>
              <a:rPr lang="en-US" b="1" dirty="0"/>
              <a:t> Assignment: </a:t>
            </a:r>
            <a:r>
              <a:rPr lang="en-US" dirty="0"/>
              <a:t>50% (Groups of 2 people) - Deadline 31 October</a:t>
            </a:r>
          </a:p>
        </p:txBody>
      </p:sp>
    </p:spTree>
    <p:extLst>
      <p:ext uri="{BB962C8B-B14F-4D97-AF65-F5344CB8AC3E}">
        <p14:creationId xmlns:p14="http://schemas.microsoft.com/office/powerpoint/2010/main" val="784452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A3994-9326-20C9-60B3-3D296A5DF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DD3DADE-36F3-32ED-BB56-FAD6CA90380E}"/>
              </a:ext>
            </a:extLst>
          </p:cNvPr>
          <p:cNvSpPr txBox="1"/>
          <p:nvPr/>
        </p:nvSpPr>
        <p:spPr>
          <a:xfrm>
            <a:off x="1205645" y="848227"/>
            <a:ext cx="10012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Data Science</a:t>
            </a:r>
            <a:endParaRPr lang="es-ES" sz="36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BE1EC6F-3C8D-C839-A0DF-648D4ED0C6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61188" y="5693057"/>
            <a:ext cx="4374431" cy="90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76FE46-E79F-696E-E205-D8EE798577D3}"/>
              </a:ext>
            </a:extLst>
          </p:cNvPr>
          <p:cNvSpPr txBox="1">
            <a:spLocks noChangeArrowheads="1"/>
          </p:cNvSpPr>
          <p:nvPr/>
        </p:nvSpPr>
        <p:spPr>
          <a:xfrm>
            <a:off x="5252929" y="3894364"/>
            <a:ext cx="6518501" cy="2190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317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indent="0" algn="r" hangingPunct="1">
              <a:buFontTx/>
              <a:buNone/>
            </a:pPr>
            <a:r>
              <a:rPr lang="es-ES" sz="1400" dirty="0">
                <a:solidFill>
                  <a:srgbClr val="262626"/>
                </a:solidFill>
                <a:latin typeface="Helvetica Neue Medium"/>
                <a:sym typeface="Helvetica Neue Medium"/>
              </a:rPr>
              <a:t>Dr. Juan A. Ferrer-Bonsoms		jafhernandez@unav.es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035E20D-62FA-D062-3930-2A4FAAA11480}"/>
              </a:ext>
            </a:extLst>
          </p:cNvPr>
          <p:cNvSpPr txBox="1"/>
          <p:nvPr/>
        </p:nvSpPr>
        <p:spPr>
          <a:xfrm>
            <a:off x="1205644" y="2676474"/>
            <a:ext cx="10012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Introduction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578856086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30433</TotalTime>
  <Words>711</Words>
  <Application>Microsoft Office PowerPoint</Application>
  <PresentationFormat>Panorámica</PresentationFormat>
  <Paragraphs>148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Helvetica Neue Medium</vt:lpstr>
      <vt:lpstr>Rotis SansSerif Std</vt:lpstr>
      <vt:lpstr>Wingdings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Ferrer-Bonsoms Hernandez, Juan Angel</dc:creator>
  <cp:lastModifiedBy>Juan Angel Ferrer-Bonsoms Hernandez</cp:lastModifiedBy>
  <cp:revision>238</cp:revision>
  <dcterms:created xsi:type="dcterms:W3CDTF">2022-03-02T10:38:27Z</dcterms:created>
  <dcterms:modified xsi:type="dcterms:W3CDTF">2025-09-22T14:25:53Z</dcterms:modified>
</cp:coreProperties>
</file>